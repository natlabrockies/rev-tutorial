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375" r:id="rId5"/>
    <p:sldId id="362" r:id="rId6"/>
    <p:sldId id="365" r:id="rId7"/>
    <p:sldId id="366" r:id="rId8"/>
    <p:sldId id="367" r:id="rId9"/>
    <p:sldId id="368" r:id="rId10"/>
    <p:sldId id="369" r:id="rId11"/>
    <p:sldId id="370" r:id="rId12"/>
    <p:sldId id="371" r:id="rId13"/>
    <p:sldId id="372" r:id="rId14"/>
    <p:sldId id="373" r:id="rId15"/>
    <p:sldId id="374" r:id="rId16"/>
    <p:sldId id="376" r:id="rId1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1008" userDrawn="1">
          <p15:clr>
            <a:srgbClr val="A4A3A4"/>
          </p15:clr>
        </p15:guide>
        <p15:guide id="2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B159DB9-AE28-052D-EACA-F854DAEAC9E7}" name="Clark, Beth" initials="BC" userId="S::bclark@nrel.gov::6f3266a4-158e-40d0-912b-0a94cb5e73d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oelynn Schroeder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BCBCB"/>
    <a:srgbClr val="0075BB"/>
    <a:srgbClr val="CCCCCC"/>
    <a:srgbClr val="E1E1E1"/>
    <a:srgbClr val="EFEFEF"/>
    <a:srgbClr val="C0C0C0"/>
    <a:srgbClr val="B5B5B5"/>
    <a:srgbClr val="CDCDCD"/>
    <a:srgbClr val="32416B"/>
    <a:srgbClr val="3945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42" autoAdjust="0"/>
    <p:restoredTop sz="94643"/>
  </p:normalViewPr>
  <p:slideViewPr>
    <p:cSldViewPr snapToGrid="0">
      <p:cViewPr varScale="1">
        <p:scale>
          <a:sx n="200" d="100"/>
          <a:sy n="200" d="100"/>
        </p:scale>
        <p:origin x="176" y="2056"/>
      </p:cViewPr>
      <p:guideLst>
        <p:guide pos="1008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348"/>
    </p:cViewPr>
  </p:sorterViewPr>
  <p:notesViewPr>
    <p:cSldViewPr snapToGrid="0">
      <p:cViewPr>
        <p:scale>
          <a:sx n="1" d="2"/>
          <a:sy n="1" d="2"/>
        </p:scale>
        <p:origin x="4085" y="1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C62C283-8B25-4E99-BA37-A6FD5B90B69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A31EE5-5610-40A4-B840-CD2FB1E646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BFBF5-9F8A-40B1-88F4-AFAE0BF032A6}" type="datetimeFigureOut">
              <a:rPr lang="en-US" smtClean="0"/>
              <a:t>9/20/26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C9C3F4-5B46-4B42-A455-56E0CC4F70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69E3E9-4AB4-4B8E-B9D1-E9F9AFC4E5F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5CC656-0990-4576-BC00-328E448F3A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757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67FED6-1CE0-9E49-8E28-4BC1AFD39CD7}" type="datetimeFigureOut">
              <a:rPr lang="en-US"/>
              <a:t>9/20/26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285793-58F2-5D45-93FF-B0076DA99FD1}" type="slidenum">
              <a:r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03385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BD9DD4C-2C51-6381-977D-946A874E873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B6F0A1-CB8B-EC2C-BA35-69FD40B9E3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5865" y="2111654"/>
            <a:ext cx="4496935" cy="920191"/>
          </a:xfrm>
          <a:prstGeom prst="rect">
            <a:avLst/>
          </a:prstGeom>
        </p:spPr>
        <p:txBody>
          <a:bodyPr bIns="0" anchor="ctr">
            <a:normAutofit/>
          </a:bodyPr>
          <a:lstStyle>
            <a:lvl1pPr algn="l">
              <a:lnSpc>
                <a:spcPct val="100000"/>
              </a:lnSpc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3165D1E6-74E3-D3A1-A811-052CC9CA52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35865" y="3053617"/>
            <a:ext cx="4496935" cy="804394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1400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Presenter Name</a:t>
            </a:r>
            <a:br>
              <a:rPr lang="en-US"/>
            </a:br>
            <a:r>
              <a:rPr lang="en-US"/>
              <a:t>Venue or Organization</a:t>
            </a:r>
            <a:br>
              <a:rPr lang="en-US"/>
            </a:br>
            <a:r>
              <a:rPr lang="en-US"/>
              <a:t>Date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FCE04EF3-923D-201C-649E-9A709AD7644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8205" y="329992"/>
            <a:ext cx="2897704" cy="498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050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anded - D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300C934-D4AA-C547-F254-28EA8656CC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Round Single Corner Rectangle 5">
            <a:extLst>
              <a:ext uri="{FF2B5EF4-FFF2-40B4-BE49-F238E27FC236}">
                <a16:creationId xmlns:a16="http://schemas.microsoft.com/office/drawing/2014/main" id="{53434CCC-6EFD-7C5D-44CF-AC47A1521F7A}"/>
              </a:ext>
            </a:extLst>
          </p:cNvPr>
          <p:cNvSpPr/>
          <p:nvPr userDrawn="1"/>
        </p:nvSpPr>
        <p:spPr>
          <a:xfrm flipH="1">
            <a:off x="3736972" y="1365809"/>
            <a:ext cx="5407028" cy="2110362"/>
          </a:xfrm>
          <a:prstGeom prst="round1Rect">
            <a:avLst/>
          </a:prstGeom>
          <a:solidFill>
            <a:schemeClr val="tx2">
              <a:alpha val="8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3000">
              <a:solidFill>
                <a:schemeClr val="tx1"/>
              </a:solidFill>
            </a:endParaRP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33F6BF7D-C346-8B85-15A9-F66E687610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35865" y="2463794"/>
            <a:ext cx="4496935" cy="804394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Presenter Name</a:t>
            </a:r>
            <a:br>
              <a:rPr lang="en-US" dirty="0"/>
            </a:br>
            <a:r>
              <a:rPr lang="en-US" dirty="0"/>
              <a:t>Venue or Organization</a:t>
            </a:r>
            <a:br>
              <a:rPr lang="en-US" dirty="0"/>
            </a:br>
            <a:r>
              <a:rPr lang="en-US" dirty="0"/>
              <a:t>Date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2FC481-075A-B2B0-6D31-B82D9272AB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8205" y="329992"/>
            <a:ext cx="2897704" cy="498785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5E4D7D4-E40E-AFC7-6997-7ECCA3FB99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5865" y="1536699"/>
            <a:ext cx="4496935" cy="908383"/>
          </a:xfrm>
          <a:prstGeom prst="rect">
            <a:avLst/>
          </a:prstGeom>
        </p:spPr>
        <p:txBody>
          <a:bodyPr lIns="182880" anchor="ctr">
            <a:normAutofit/>
          </a:bodyPr>
          <a:lstStyle>
            <a:lvl1pPr algn="l">
              <a:lnSpc>
                <a:spcPct val="100000"/>
              </a:lnSpc>
              <a:defRPr sz="2800" b="1"/>
            </a:lvl1pPr>
          </a:lstStyle>
          <a:p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987299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anded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A225CB-CD23-F7BC-5267-1CE7E47D539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Round Single Corner Rectangle 4">
            <a:extLst>
              <a:ext uri="{FF2B5EF4-FFF2-40B4-BE49-F238E27FC236}">
                <a16:creationId xmlns:a16="http://schemas.microsoft.com/office/drawing/2014/main" id="{AAF3343D-5494-2952-6518-2EC533073D3B}"/>
              </a:ext>
            </a:extLst>
          </p:cNvPr>
          <p:cNvSpPr/>
          <p:nvPr userDrawn="1"/>
        </p:nvSpPr>
        <p:spPr>
          <a:xfrm flipH="1">
            <a:off x="3736972" y="1293238"/>
            <a:ext cx="5407028" cy="2110362"/>
          </a:xfrm>
          <a:prstGeom prst="round1Rect">
            <a:avLst/>
          </a:prstGeom>
          <a:solidFill>
            <a:schemeClr val="accent1">
              <a:alpha val="8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3000">
              <a:solidFill>
                <a:schemeClr val="tx1"/>
              </a:solidFill>
            </a:endParaRP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BADED627-213A-516F-ADD9-61EDBDA05C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35865" y="2420959"/>
            <a:ext cx="4496935" cy="804394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Presenter Name</a:t>
            </a:r>
            <a:br>
              <a:rPr lang="en-US"/>
            </a:br>
            <a:r>
              <a:rPr lang="en-US"/>
              <a:t>Venue or Organization</a:t>
            </a:r>
            <a:br>
              <a:rPr lang="en-US"/>
            </a:br>
            <a:r>
              <a:rPr lang="en-US"/>
              <a:t>Date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D53F896-FDD3-1ED6-72A7-F7A574082C9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8205" y="329991"/>
            <a:ext cx="2897704" cy="498785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3C03664-F9BC-6430-82A9-527CA31AB9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5865" y="1497708"/>
            <a:ext cx="4496935" cy="908383"/>
          </a:xfrm>
          <a:prstGeom prst="rect">
            <a:avLst/>
          </a:prstGeom>
        </p:spPr>
        <p:txBody>
          <a:bodyPr lIns="182880" anchor="ctr">
            <a:normAutofit/>
          </a:bodyPr>
          <a:lstStyle>
            <a:lvl1pPr algn="l">
              <a:lnSpc>
                <a:spcPct val="100000"/>
              </a:lnSpc>
              <a:defRPr sz="2800" b="1"/>
            </a:lvl1pPr>
          </a:lstStyle>
          <a:p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648324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anded 02 - D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242C60-04B2-41B3-C291-AECB8D9683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9B83B3C1-F54D-D8B9-2D88-22D275C945E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1922" y="2313919"/>
            <a:ext cx="5991907" cy="804394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1400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Presenter Name</a:t>
            </a:r>
            <a:br>
              <a:rPr lang="en-US"/>
            </a:br>
            <a:r>
              <a:rPr lang="en-US"/>
              <a:t>Venue or Organization</a:t>
            </a:r>
            <a:br>
              <a:rPr lang="en-US"/>
            </a:br>
            <a:r>
              <a:rPr lang="en-US"/>
              <a:t>Date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ACF24C-224E-F864-4153-01FC31478D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83453" y="329992"/>
            <a:ext cx="2897704" cy="498785"/>
          </a:xfrm>
          <a:prstGeom prst="rect">
            <a:avLst/>
          </a:pr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94C7490C-E4E8-A92E-B860-C80E8619E7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1921" y="1349654"/>
            <a:ext cx="5991907" cy="941963"/>
          </a:xfrm>
          <a:prstGeom prst="rect">
            <a:avLst/>
          </a:prstGeom>
        </p:spPr>
        <p:txBody>
          <a:bodyPr lIns="182880" anchor="ctr">
            <a:normAutofit/>
          </a:bodyPr>
          <a:lstStyle>
            <a:lvl1pPr algn="l">
              <a:lnSpc>
                <a:spcPct val="100000"/>
              </a:lnSpc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5157833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36">
          <p15:clr>
            <a:srgbClr val="FBAE40"/>
          </p15:clr>
        </p15:guide>
        <p15:guide id="2" pos="28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anded 02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A941F43-0F18-4FF2-503C-B6D2F9CCEE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BE11A61A-EB8D-2DC7-6470-E03B1016DD5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1922" y="2276749"/>
            <a:ext cx="5984649" cy="824860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Presenter Name</a:t>
            </a:r>
            <a:br>
              <a:rPr lang="en-US"/>
            </a:br>
            <a:r>
              <a:rPr lang="en-US"/>
              <a:t>Venue or Organization</a:t>
            </a:r>
            <a:br>
              <a:rPr lang="en-US"/>
            </a:br>
            <a:r>
              <a:rPr lang="en-US"/>
              <a:t>Date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9DDA84-18CD-86D1-1ADE-9B6482C65F7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88468" y="329991"/>
            <a:ext cx="2897704" cy="498785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5BE9BA3-0A91-8BD6-EE9C-8B6D43919B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1922" y="1349654"/>
            <a:ext cx="5984649" cy="908383"/>
          </a:xfrm>
          <a:prstGeom prst="rect">
            <a:avLst/>
          </a:prstGeom>
        </p:spPr>
        <p:txBody>
          <a:bodyPr lIns="182880" anchor="ctr">
            <a:normAutofit/>
          </a:bodyPr>
          <a:lstStyle>
            <a:lvl1pPr algn="l">
              <a:lnSpc>
                <a:spcPct val="100000"/>
              </a:lnSpc>
              <a:defRPr sz="2800" b="1"/>
            </a:lvl1pPr>
          </a:lstStyle>
          <a:p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573558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Full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BE9EC95-41F7-2267-D97D-2564C1DD2B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0299" cy="5143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5364AE-AD7D-C1B5-C5E2-C5A95DE28D8F}"/>
              </a:ext>
            </a:extLst>
          </p:cNvPr>
          <p:cNvSpPr txBox="1"/>
          <p:nvPr userDrawn="1"/>
        </p:nvSpPr>
        <p:spPr>
          <a:xfrm>
            <a:off x="467454" y="4830962"/>
            <a:ext cx="3379927" cy="2000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600" i="1">
                <a:ln>
                  <a:noFill/>
                </a:ln>
                <a:solidFill>
                  <a:schemeClr val="bg1"/>
                </a:solidFill>
                <a:effectLst>
                  <a:outerShdw blurRad="139700" dir="5400000" algn="t" rotWithShape="0">
                    <a:prstClr val="black"/>
                  </a:outerShdw>
                </a:effectLst>
              </a:rPr>
              <a:t>Photo by Josh Bauer, National Laboratory of the Rockies 061725</a:t>
            </a:r>
          </a:p>
        </p:txBody>
      </p:sp>
      <p:sp>
        <p:nvSpPr>
          <p:cNvPr id="7" name="Round Single Corner Rectangle 6">
            <a:extLst>
              <a:ext uri="{FF2B5EF4-FFF2-40B4-BE49-F238E27FC236}">
                <a16:creationId xmlns:a16="http://schemas.microsoft.com/office/drawing/2014/main" id="{6792AF47-E7C7-1687-986F-424B2B8B44E9}"/>
              </a:ext>
            </a:extLst>
          </p:cNvPr>
          <p:cNvSpPr/>
          <p:nvPr userDrawn="1"/>
        </p:nvSpPr>
        <p:spPr>
          <a:xfrm flipH="1">
            <a:off x="3736972" y="1497532"/>
            <a:ext cx="5407028" cy="2110362"/>
          </a:xfrm>
          <a:prstGeom prst="round1Rect">
            <a:avLst/>
          </a:prstGeom>
          <a:solidFill>
            <a:schemeClr val="accent1">
              <a:alpha val="8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3000">
              <a:solidFill>
                <a:schemeClr val="tx1"/>
              </a:solidFill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D3F29FE1-C7DD-E11D-86DE-1F6185BB5D4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35865" y="2595517"/>
            <a:ext cx="4496935" cy="804394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Presenter Name</a:t>
            </a:r>
            <a:br>
              <a:rPr lang="en-US"/>
            </a:br>
            <a:r>
              <a:rPr lang="en-US"/>
              <a:t>Venue or Organization</a:t>
            </a:r>
            <a:br>
              <a:rPr lang="en-US"/>
            </a:br>
            <a:r>
              <a:rPr lang="en-US"/>
              <a:t>Date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37D133-B612-6ACF-5F18-5A8461C904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8205" y="329991"/>
            <a:ext cx="2897704" cy="498785"/>
          </a:xfrm>
          <a:prstGeom prst="rect">
            <a:avLst/>
          </a:pr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A53D79BC-0DE6-4715-D3EC-9646E1CD25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5865" y="1667896"/>
            <a:ext cx="4496935" cy="908383"/>
          </a:xfrm>
          <a:prstGeom prst="rect">
            <a:avLst/>
          </a:prstGeom>
        </p:spPr>
        <p:txBody>
          <a:bodyPr lIns="182880" anchor="ctr">
            <a:normAutofit/>
          </a:bodyPr>
          <a:lstStyle>
            <a:lvl1pPr algn="l">
              <a:lnSpc>
                <a:spcPct val="100000"/>
              </a:lnSpc>
              <a:defRPr sz="2800" b="1"/>
            </a:lvl1pPr>
          </a:lstStyle>
          <a:p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389722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Full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3CCF46E-8401-A9EC-5B10-C510F7A87E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AAAAC0E-AB07-BC2E-5852-EC8D6A6695EF}"/>
              </a:ext>
            </a:extLst>
          </p:cNvPr>
          <p:cNvSpPr txBox="1"/>
          <p:nvPr userDrawn="1"/>
        </p:nvSpPr>
        <p:spPr>
          <a:xfrm>
            <a:off x="467454" y="4830962"/>
            <a:ext cx="2839338" cy="2000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600" i="1">
                <a:ln>
                  <a:noFill/>
                </a:ln>
                <a:solidFill>
                  <a:schemeClr val="bg1">
                    <a:alpha val="67000"/>
                  </a:schemeClr>
                </a:solidFill>
                <a:effectLst>
                  <a:outerShdw blurRad="139700" dir="5400000" algn="t" rotWithShape="0">
                    <a:prstClr val="black"/>
                  </a:outerShdw>
                </a:effectLst>
              </a:rPr>
              <a:t>Photo from Adobe Stock 256750697</a:t>
            </a:r>
          </a:p>
        </p:txBody>
      </p:sp>
      <p:sp>
        <p:nvSpPr>
          <p:cNvPr id="5" name="Round Single Corner Rectangle 4">
            <a:extLst>
              <a:ext uri="{FF2B5EF4-FFF2-40B4-BE49-F238E27FC236}">
                <a16:creationId xmlns:a16="http://schemas.microsoft.com/office/drawing/2014/main" id="{C1C2E2C6-182B-B6D4-0359-3E61E2CF965E}"/>
              </a:ext>
            </a:extLst>
          </p:cNvPr>
          <p:cNvSpPr/>
          <p:nvPr userDrawn="1"/>
        </p:nvSpPr>
        <p:spPr>
          <a:xfrm flipH="1">
            <a:off x="3736972" y="2181895"/>
            <a:ext cx="5407028" cy="2110362"/>
          </a:xfrm>
          <a:prstGeom prst="round1Rect">
            <a:avLst/>
          </a:prstGeom>
          <a:solidFill>
            <a:schemeClr val="accent1">
              <a:alpha val="75762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3000">
              <a:solidFill>
                <a:schemeClr val="tx1"/>
              </a:solidFill>
            </a:endParaRP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A4C6B14F-9419-55EC-44A1-9567F3C0B9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35865" y="3317050"/>
            <a:ext cx="4496935" cy="804394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Presenter Name</a:t>
            </a:r>
            <a:br>
              <a:rPr lang="en-US"/>
            </a:br>
            <a:r>
              <a:rPr lang="en-US"/>
              <a:t>Venue or Organization</a:t>
            </a:r>
            <a:br>
              <a:rPr lang="en-US"/>
            </a:br>
            <a:r>
              <a:rPr lang="en-US"/>
              <a:t>Date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A152E85-7CEF-D49C-29B6-F09A95492F8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8205" y="329991"/>
            <a:ext cx="2897704" cy="498785"/>
          </a:xfrm>
          <a:prstGeom prst="rect">
            <a:avLst/>
          </a:pr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7A60DFAC-2F80-284C-62E9-8383FC6A60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5865" y="2386365"/>
            <a:ext cx="4496935" cy="908383"/>
          </a:xfrm>
          <a:prstGeom prst="rect">
            <a:avLst/>
          </a:prstGeom>
        </p:spPr>
        <p:txBody>
          <a:bodyPr lIns="182880" anchor="ctr">
            <a:normAutofit/>
          </a:bodyPr>
          <a:lstStyle>
            <a:lvl1pPr algn="l">
              <a:lnSpc>
                <a:spcPct val="100000"/>
              </a:lnSpc>
              <a:defRPr sz="2800" b="1"/>
            </a:lvl1pPr>
          </a:lstStyle>
          <a:p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16437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8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Full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73D906-1FFB-1CF2-B08C-FE077D9075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0300" cy="51435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AB9B396-1CF7-263B-DE68-7319423F728A}"/>
              </a:ext>
            </a:extLst>
          </p:cNvPr>
          <p:cNvSpPr txBox="1"/>
          <p:nvPr userDrawn="1"/>
        </p:nvSpPr>
        <p:spPr>
          <a:xfrm>
            <a:off x="467454" y="4830962"/>
            <a:ext cx="3224652" cy="2000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600" i="1" dirty="0">
                <a:ln>
                  <a:noFill/>
                </a:ln>
                <a:solidFill>
                  <a:schemeClr val="bg1">
                    <a:alpha val="74000"/>
                  </a:schemeClr>
                </a:solidFill>
                <a:effectLst>
                  <a:outerShdw blurRad="139700" dir="5400000" algn="t" rotWithShape="0">
                    <a:prstClr val="black"/>
                  </a:outerShdw>
                </a:effectLst>
              </a:rPr>
              <a:t>Photo by Agata Bogucka, National Laboratory of the Rockies 091683</a:t>
            </a:r>
          </a:p>
        </p:txBody>
      </p:sp>
      <p:sp>
        <p:nvSpPr>
          <p:cNvPr id="14" name="Round Single Corner Rectangle 13">
            <a:extLst>
              <a:ext uri="{FF2B5EF4-FFF2-40B4-BE49-F238E27FC236}">
                <a16:creationId xmlns:a16="http://schemas.microsoft.com/office/drawing/2014/main" id="{1354C242-52B2-0A8E-DF08-928107CFF092}"/>
              </a:ext>
            </a:extLst>
          </p:cNvPr>
          <p:cNvSpPr/>
          <p:nvPr userDrawn="1"/>
        </p:nvSpPr>
        <p:spPr>
          <a:xfrm flipH="1">
            <a:off x="3736972" y="2434937"/>
            <a:ext cx="5407028" cy="2110362"/>
          </a:xfrm>
          <a:prstGeom prst="round1Rect">
            <a:avLst/>
          </a:prstGeom>
          <a:solidFill>
            <a:schemeClr val="tx2">
              <a:alpha val="8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3000">
              <a:solidFill>
                <a:schemeClr val="tx1"/>
              </a:solidFill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B72CAE8-6D7A-F23E-6877-ABC080108F5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35865" y="3540356"/>
            <a:ext cx="4496935" cy="804394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Presenter Name</a:t>
            </a:r>
            <a:br>
              <a:rPr lang="en-US"/>
            </a:br>
            <a:r>
              <a:rPr lang="en-US"/>
              <a:t>Venue or Organization</a:t>
            </a:r>
            <a:br>
              <a:rPr lang="en-US"/>
            </a:br>
            <a:r>
              <a:rPr lang="en-US"/>
              <a:t>Date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71490B-2E65-A106-CD72-77502C1F7A3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8205" y="329991"/>
            <a:ext cx="2897704" cy="498785"/>
          </a:xfrm>
          <a:prstGeom prst="rect">
            <a:avLst/>
          </a:pr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0FF7A0BC-C237-67D8-E74E-0D2F620BDE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5865" y="2611471"/>
            <a:ext cx="4496935" cy="908383"/>
          </a:xfrm>
          <a:prstGeom prst="rect">
            <a:avLst/>
          </a:prstGeom>
        </p:spPr>
        <p:txBody>
          <a:bodyPr lIns="182880" anchor="ctr">
            <a:normAutofit/>
          </a:bodyPr>
          <a:lstStyle>
            <a:lvl1pPr algn="l">
              <a:lnSpc>
                <a:spcPct val="100000"/>
              </a:lnSpc>
              <a:defRPr sz="2800" b="1"/>
            </a:lvl1pPr>
          </a:lstStyle>
          <a:p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737464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84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Insert Phot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1DAA1895-BC9B-D608-8F60-D1D9BE14EC7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2044" y="3046183"/>
            <a:ext cx="4496935" cy="804394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1400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Presenter Name</a:t>
            </a:r>
            <a:br>
              <a:rPr lang="en-US" dirty="0"/>
            </a:br>
            <a:r>
              <a:rPr lang="en-US" dirty="0"/>
              <a:t>Venue or Organization</a:t>
            </a:r>
            <a:br>
              <a:rPr lang="en-US" dirty="0"/>
            </a:br>
            <a:r>
              <a:rPr lang="en-US" dirty="0"/>
              <a:t>Date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C68E19A-77B9-49C1-6434-A646F694367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85064" y="0"/>
            <a:ext cx="3858936" cy="51435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AAA28FA-83CC-2896-F9E3-B756D4A6D3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8205" y="329992"/>
            <a:ext cx="2897704" cy="4987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4DE7C34-4E0E-4B5C-FAC7-B78A450607B4}"/>
              </a:ext>
            </a:extLst>
          </p:cNvPr>
          <p:cNvSpPr txBox="1"/>
          <p:nvPr userDrawn="1"/>
        </p:nvSpPr>
        <p:spPr>
          <a:xfrm>
            <a:off x="567207" y="4830962"/>
            <a:ext cx="3224652" cy="2000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600" i="1" dirty="0">
                <a:ln>
                  <a:noFill/>
                </a:ln>
                <a:solidFill>
                  <a:schemeClr val="tx1">
                    <a:alpha val="45289"/>
                  </a:schemeClr>
                </a:solidFill>
                <a:effectLst/>
              </a:rPr>
              <a:t>Photo / Image Credit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283551F-AABC-6EF1-032D-22E6AEBD61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2044" y="2080666"/>
            <a:ext cx="4496935" cy="941963"/>
          </a:xfrm>
          <a:prstGeom prst="rect">
            <a:avLst/>
          </a:prstGeom>
        </p:spPr>
        <p:txBody>
          <a:bodyPr lIns="182880" anchor="ctr">
            <a:normAutofit/>
          </a:bodyPr>
          <a:lstStyle>
            <a:lvl1pPr algn="l">
              <a:lnSpc>
                <a:spcPct val="100000"/>
              </a:lnSpc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1391435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8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- Text,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273DCF93-8510-20FB-3AC3-FB0D2432C7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17372" y="1072700"/>
            <a:ext cx="3979863" cy="3673475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  <a:lvl5pPr marL="1179576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AC75E7-7BFD-4A75-83A1-67A33697740C}"/>
              </a:ext>
            </a:extLst>
          </p:cNvPr>
          <p:cNvSpPr txBox="1"/>
          <p:nvPr userDrawn="1"/>
        </p:nvSpPr>
        <p:spPr>
          <a:xfrm>
            <a:off x="6711702" y="4840514"/>
            <a:ext cx="22795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 dirty="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750" baseline="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750" dirty="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75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D02A84B4-4231-D57B-0394-9A45075BF7A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2225" y="1072700"/>
            <a:ext cx="3964404" cy="3657767"/>
          </a:xfrm>
        </p:spPr>
        <p:txBody>
          <a:bodyPr>
            <a:normAutofit/>
          </a:bodyPr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E305380-DFD5-07AB-CD90-D29D63B6F305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9D0201A-9396-B2CD-9366-853DA3A88E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4443984" cy="90525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defRPr sz="2500"/>
            </a:lvl1pPr>
          </a:lstStyle>
          <a:p>
            <a:r>
              <a:rPr lang="en-US" dirty="0"/>
              <a:t>Simple Slide</a:t>
            </a:r>
          </a:p>
        </p:txBody>
      </p:sp>
    </p:spTree>
    <p:extLst>
      <p:ext uri="{BB962C8B-B14F-4D97-AF65-F5344CB8AC3E}">
        <p14:creationId xmlns:p14="http://schemas.microsoft.com/office/powerpoint/2010/main" val="3495120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8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2 - Text, 2 colum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6">
            <a:extLst>
              <a:ext uri="{FF2B5EF4-FFF2-40B4-BE49-F238E27FC236}">
                <a16:creationId xmlns:a16="http://schemas.microsoft.com/office/drawing/2014/main" id="{03554E28-3E97-3A4B-70F7-3222381A2D72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75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75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D9FE4844-2EAA-D15C-61E1-DAB24CB71CF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2224" y="1072700"/>
            <a:ext cx="3964404" cy="3657767"/>
          </a:xfrm>
        </p:spPr>
        <p:txBody>
          <a:bodyPr>
            <a:normAutofit/>
          </a:bodyPr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06C333C1-CAD2-04B8-1D50-AEA24EC66B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17374" y="1072700"/>
            <a:ext cx="3979863" cy="3673475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  <a:lvl5pPr marL="1179576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E12AA5-9C4E-55BC-750F-AECB42D6BD23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62E0FA8-08AE-655A-CADD-96B5C04E1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6524170" cy="90525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defRPr sz="2500"/>
            </a:lvl1pPr>
          </a:lstStyle>
          <a:p>
            <a:r>
              <a:rPr lang="en-US" dirty="0"/>
              <a:t>Simple Slide</a:t>
            </a:r>
          </a:p>
        </p:txBody>
      </p:sp>
    </p:spTree>
    <p:extLst>
      <p:ext uri="{BB962C8B-B14F-4D97-AF65-F5344CB8AC3E}">
        <p14:creationId xmlns:p14="http://schemas.microsoft.com/office/powerpoint/2010/main" val="3570781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84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3 - Text, 2 colum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66B6C6E8-42C3-4A1F-BB59-EF4B7F76FB04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75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75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39CADBED-3E11-D19F-95D9-44B761356F6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2224" y="1072700"/>
            <a:ext cx="3964404" cy="3657767"/>
          </a:xfrm>
        </p:spPr>
        <p:txBody>
          <a:bodyPr>
            <a:normAutofit/>
          </a:bodyPr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8D825E5-1CA6-41E1-E519-C8FCDEE26E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17374" y="1072700"/>
            <a:ext cx="3979863" cy="3673475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  <a:lvl5pPr marL="1179576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F66804-445E-D222-C035-80496AFF621E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49BA9307-901C-41BA-431E-B5D7E476C3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0"/>
            <a:ext cx="8697237" cy="90525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defRPr sz="2500"/>
            </a:lvl1pPr>
          </a:lstStyle>
          <a:p>
            <a:r>
              <a:rPr lang="en-US" dirty="0"/>
              <a:t>Simple Slide</a:t>
            </a:r>
          </a:p>
        </p:txBody>
      </p:sp>
    </p:spTree>
    <p:extLst>
      <p:ext uri="{BB962C8B-B14F-4D97-AF65-F5344CB8AC3E}">
        <p14:creationId xmlns:p14="http://schemas.microsoft.com/office/powerpoint/2010/main" val="14850096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- Text,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9">
            <a:extLst>
              <a:ext uri="{FF2B5EF4-FFF2-40B4-BE49-F238E27FC236}">
                <a16:creationId xmlns:a16="http://schemas.microsoft.com/office/drawing/2014/main" id="{25148744-CE6B-2345-982F-B708871730DE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75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75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91DEBF9-3758-DA93-AA3D-C23FBD14DC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2776" y="1084202"/>
            <a:ext cx="8229599" cy="3657767"/>
          </a:xfrm>
        </p:spPr>
        <p:txBody>
          <a:bodyPr>
            <a:normAutofit/>
          </a:bodyPr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C25243-AFF8-CA66-42ED-B0874ADB0EBF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967F2DD-CC0E-9A8C-11B9-4AB04B0765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4443984" cy="90525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defRPr sz="2500"/>
            </a:lvl1pPr>
          </a:lstStyle>
          <a:p>
            <a:r>
              <a:rPr lang="en-US" dirty="0"/>
              <a:t>Simple Slide</a:t>
            </a:r>
          </a:p>
        </p:txBody>
      </p:sp>
    </p:spTree>
    <p:extLst>
      <p:ext uri="{BB962C8B-B14F-4D97-AF65-F5344CB8AC3E}">
        <p14:creationId xmlns:p14="http://schemas.microsoft.com/office/powerpoint/2010/main" val="194112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2 - Text,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7EEE770E-246E-0206-1601-8F53F7A4D0E0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 dirty="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750" baseline="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750" dirty="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75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4EDB83C1-C315-3C43-5411-4464A5818B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2776" y="1084202"/>
            <a:ext cx="8229599" cy="3657767"/>
          </a:xfrm>
        </p:spPr>
        <p:txBody>
          <a:bodyPr>
            <a:normAutofit/>
          </a:bodyPr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C08251-99D2-8650-ACEF-FAA7CEDFBFA3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20">
            <a:extLst>
              <a:ext uri="{FF2B5EF4-FFF2-40B4-BE49-F238E27FC236}">
                <a16:creationId xmlns:a16="http://schemas.microsoft.com/office/drawing/2014/main" id="{55A73BCC-7C77-ED51-CDDB-BCA14EB0D8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6524170" cy="90525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defRPr sz="2500"/>
            </a:lvl1pPr>
          </a:lstStyle>
          <a:p>
            <a:r>
              <a:rPr lang="en-US" dirty="0"/>
              <a:t>Simple Slide</a:t>
            </a:r>
          </a:p>
        </p:txBody>
      </p:sp>
    </p:spTree>
    <p:extLst>
      <p:ext uri="{BB962C8B-B14F-4D97-AF65-F5344CB8AC3E}">
        <p14:creationId xmlns:p14="http://schemas.microsoft.com/office/powerpoint/2010/main" val="39821035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3 - Text,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>
            <a:extLst>
              <a:ext uri="{FF2B5EF4-FFF2-40B4-BE49-F238E27FC236}">
                <a16:creationId xmlns:a16="http://schemas.microsoft.com/office/drawing/2014/main" id="{ABB491D7-A7E8-A790-CACC-720C7E26E8B6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75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75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2C152276-827A-02BC-0DC5-4CC3B06DE3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2776" y="1084202"/>
            <a:ext cx="8229599" cy="3657767"/>
          </a:xfrm>
        </p:spPr>
        <p:txBody>
          <a:bodyPr>
            <a:normAutofit/>
          </a:bodyPr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2A2C5F-CDE0-6BB8-6E35-F669154D5033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F702C34-550B-FC0D-BE6A-D64619DED4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8676772" cy="90525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defRPr sz="2500"/>
            </a:lvl1pPr>
          </a:lstStyle>
          <a:p>
            <a:r>
              <a:rPr lang="en-US" dirty="0"/>
              <a:t>Simple Slide</a:t>
            </a:r>
          </a:p>
        </p:txBody>
      </p:sp>
    </p:spTree>
    <p:extLst>
      <p:ext uri="{BB962C8B-B14F-4D97-AF65-F5344CB8AC3E}">
        <p14:creationId xmlns:p14="http://schemas.microsoft.com/office/powerpoint/2010/main" val="28112299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- No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9">
            <a:extLst>
              <a:ext uri="{FF2B5EF4-FFF2-40B4-BE49-F238E27FC236}">
                <a16:creationId xmlns:a16="http://schemas.microsoft.com/office/drawing/2014/main" id="{1EBAF4BA-2B40-86B2-5ADE-9DA106E78E0F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75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75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0EDF3F-AEE8-23DF-D9AB-E5ECAF60F1DC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95F108D-D957-340C-CD8D-EE49448FE4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4443984" cy="90525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defRPr sz="2500"/>
            </a:lvl1pPr>
          </a:lstStyle>
          <a:p>
            <a:r>
              <a:rPr lang="en-US" dirty="0"/>
              <a:t>Simple Slide</a:t>
            </a:r>
          </a:p>
        </p:txBody>
      </p:sp>
    </p:spTree>
    <p:extLst>
      <p:ext uri="{BB962C8B-B14F-4D97-AF65-F5344CB8AC3E}">
        <p14:creationId xmlns:p14="http://schemas.microsoft.com/office/powerpoint/2010/main" val="1626950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2 - No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088C1BDB-E839-FA07-66EB-45D378D63710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75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75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819223-D2CF-449A-554E-9338F3140A6F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4B1B414-DD67-0152-95D7-310B816F11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6524170" cy="90525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defRPr sz="2500"/>
            </a:lvl1pPr>
          </a:lstStyle>
          <a:p>
            <a:r>
              <a:rPr lang="en-US" dirty="0"/>
              <a:t>Simple Slide</a:t>
            </a:r>
          </a:p>
        </p:txBody>
      </p:sp>
    </p:spTree>
    <p:extLst>
      <p:ext uri="{BB962C8B-B14F-4D97-AF65-F5344CB8AC3E}">
        <p14:creationId xmlns:p14="http://schemas.microsoft.com/office/powerpoint/2010/main" val="23678645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6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3 - No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>
            <a:extLst>
              <a:ext uri="{FF2B5EF4-FFF2-40B4-BE49-F238E27FC236}">
                <a16:creationId xmlns:a16="http://schemas.microsoft.com/office/drawing/2014/main" id="{4CEC5CC2-C1FF-21BD-310A-D826E85383FC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75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75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443FF4-29A1-7FCF-2469-127278E01EDD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5C6AD35-88FC-B503-10AF-AC3C42219B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8676772" cy="90525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defRPr sz="2500"/>
            </a:lvl1pPr>
          </a:lstStyle>
          <a:p>
            <a:r>
              <a:rPr lang="en-US" dirty="0"/>
              <a:t>Simple Slide</a:t>
            </a:r>
          </a:p>
        </p:txBody>
      </p:sp>
    </p:spTree>
    <p:extLst>
      <p:ext uri="{BB962C8B-B14F-4D97-AF65-F5344CB8AC3E}">
        <p14:creationId xmlns:p14="http://schemas.microsoft.com/office/powerpoint/2010/main" val="37711499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 Simple Slide - tex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87572870-5A6A-D096-798A-DCE28A4F21D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57200" y="1074738"/>
            <a:ext cx="5149780" cy="3673475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3DF340F5-B924-BD4B-06F9-27A24891BF9A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75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75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5E2B7A63-17EC-7451-96C1-F5584277787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952392" y="1147842"/>
            <a:ext cx="2734407" cy="3180455"/>
          </a:xfrm>
          <a:solidFill>
            <a:schemeClr val="bg2"/>
          </a:solidFill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7F3620F7-CA2F-81A4-5E9F-BB95218A8E6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953125" y="4540250"/>
            <a:ext cx="2533650" cy="207963"/>
          </a:xfrm>
        </p:spPr>
        <p:txBody>
          <a:bodyPr vert="horz" lIns="0" tIns="0" rIns="0" bIns="0" rtlCol="0">
            <a:normAutofit/>
          </a:bodyPr>
          <a:lstStyle>
            <a:lvl1pPr>
              <a:buNone/>
              <a:defRPr lang="en-US" sz="600" i="1" smtClean="0">
                <a:solidFill>
                  <a:srgbClr val="CBCBCB"/>
                </a:solidFill>
              </a:defRPr>
            </a:lvl1pPr>
            <a:lvl2pPr>
              <a:defRPr lang="en-US" sz="600" i="1" smtClean="0">
                <a:solidFill>
                  <a:srgbClr val="CBCBCB"/>
                </a:solidFill>
              </a:defRPr>
            </a:lvl2pPr>
            <a:lvl3pPr>
              <a:defRPr lang="en-US" sz="600" i="1" smtClean="0">
                <a:solidFill>
                  <a:srgbClr val="CBCBCB"/>
                </a:solidFill>
              </a:defRPr>
            </a:lvl3pPr>
            <a:lvl4pPr>
              <a:defRPr lang="en-US" sz="600" i="1" smtClean="0">
                <a:solidFill>
                  <a:srgbClr val="CBCBCB"/>
                </a:solidFill>
              </a:defRPr>
            </a:lvl4pPr>
            <a:lvl5pPr>
              <a:defRPr lang="en-US" sz="600" i="1">
                <a:solidFill>
                  <a:srgbClr val="CBCBCB"/>
                </a:solidFill>
              </a:defRPr>
            </a:lvl5pPr>
          </a:lstStyle>
          <a:p>
            <a:pPr marL="219456" lvl="0" indent="-219456"/>
            <a:r>
              <a:rPr lang="en-US" dirty="0"/>
              <a:t>Photo/image credit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BB2C70-F8D1-FA45-649F-7232BEB9CA15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F9129A2-F737-6639-2645-8FF7B1D95F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5900057" cy="90525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defRPr sz="2500"/>
            </a:lvl1pPr>
          </a:lstStyle>
          <a:p>
            <a:r>
              <a:rPr lang="en-US" dirty="0"/>
              <a:t>Simple Slide + Image</a:t>
            </a:r>
          </a:p>
        </p:txBody>
      </p:sp>
    </p:spTree>
    <p:extLst>
      <p:ext uri="{BB962C8B-B14F-4D97-AF65-F5344CB8AC3E}">
        <p14:creationId xmlns:p14="http://schemas.microsoft.com/office/powerpoint/2010/main" val="38591145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– 3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AA8100CA-4516-4623-AF1E-58E3E9F1A04F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75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75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D75A950D-7FD4-6191-2A15-8300C9BE89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8129" y="1047749"/>
            <a:ext cx="6405563" cy="755929"/>
          </a:xfrm>
        </p:spPr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5">
            <a:extLst>
              <a:ext uri="{FF2B5EF4-FFF2-40B4-BE49-F238E27FC236}">
                <a16:creationId xmlns:a16="http://schemas.microsoft.com/office/drawing/2014/main" id="{94945111-E324-0A0B-4A4F-90E085F4582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7017" y="2030412"/>
            <a:ext cx="2452687" cy="2596853"/>
          </a:xfrm>
          <a:solidFill>
            <a:schemeClr val="bg2"/>
          </a:solidFill>
        </p:spPr>
        <p:txBody>
          <a:bodyPr lIns="91440" tIns="91440" rIns="91440" bIns="91440"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5">
            <a:extLst>
              <a:ext uri="{FF2B5EF4-FFF2-40B4-BE49-F238E27FC236}">
                <a16:creationId xmlns:a16="http://schemas.microsoft.com/office/drawing/2014/main" id="{A2C6E35C-CBC9-87A5-C98A-CFA0D08BBB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71892" y="2030412"/>
            <a:ext cx="2452687" cy="2596853"/>
          </a:xfrm>
          <a:solidFill>
            <a:schemeClr val="bg2"/>
          </a:solidFill>
        </p:spPr>
        <p:txBody>
          <a:bodyPr lIns="91440" tIns="91440" rIns="91440" bIns="91440"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45">
            <a:extLst>
              <a:ext uri="{FF2B5EF4-FFF2-40B4-BE49-F238E27FC236}">
                <a16:creationId xmlns:a16="http://schemas.microsoft.com/office/drawing/2014/main" id="{130942A5-3505-1222-55B2-500533F6F4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06767" y="2030412"/>
            <a:ext cx="2452687" cy="2596853"/>
          </a:xfrm>
          <a:solidFill>
            <a:schemeClr val="bg2"/>
          </a:solidFill>
        </p:spPr>
        <p:txBody>
          <a:bodyPr lIns="91440" tIns="91440" rIns="91440" bIns="91440"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27A96F-4C15-0F91-208B-5236FE7313AE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7633EE29-3B6D-95AE-E03F-8068D635E2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8676772" cy="90525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defRPr sz="2500"/>
            </a:lvl1pPr>
          </a:lstStyle>
          <a:p>
            <a:r>
              <a:rPr lang="en-US" dirty="0"/>
              <a:t>Simple Slide</a:t>
            </a:r>
          </a:p>
        </p:txBody>
      </p:sp>
    </p:spTree>
    <p:extLst>
      <p:ext uri="{BB962C8B-B14F-4D97-AF65-F5344CB8AC3E}">
        <p14:creationId xmlns:p14="http://schemas.microsoft.com/office/powerpoint/2010/main" val="24098197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-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3">
            <a:extLst>
              <a:ext uri="{FF2B5EF4-FFF2-40B4-BE49-F238E27FC236}">
                <a16:creationId xmlns:a16="http://schemas.microsoft.com/office/drawing/2014/main" id="{474FD46F-2428-2F85-0A98-19BC8E00CE61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75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75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606A2CF-2063-A93D-1E9C-82E53E61217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57200" y="3114006"/>
            <a:ext cx="2651760" cy="1485101"/>
          </a:xfrm>
          <a:solidFill>
            <a:schemeClr val="bg2"/>
          </a:solidFill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3EC11FDD-73DB-0CB7-0D7D-B1E0E52E2E1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246120" y="3114006"/>
            <a:ext cx="2651760" cy="1485101"/>
          </a:xfrm>
          <a:solidFill>
            <a:schemeClr val="bg2"/>
          </a:solidFill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9DCB6057-50CF-29BC-8890-0625EDA1387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35040" y="3114006"/>
            <a:ext cx="2651760" cy="1485101"/>
          </a:xfrm>
          <a:solidFill>
            <a:schemeClr val="bg2"/>
          </a:solidFill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8" name="Chart Placeholder 6">
            <a:extLst>
              <a:ext uri="{FF2B5EF4-FFF2-40B4-BE49-F238E27FC236}">
                <a16:creationId xmlns:a16="http://schemas.microsoft.com/office/drawing/2014/main" id="{6481AE08-8BDD-9767-AAE8-2796C127DF8A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4765432" y="1089327"/>
            <a:ext cx="3921368" cy="1852652"/>
          </a:xfrm>
          <a:prstGeom prst="rect">
            <a:avLst/>
          </a:prstGeom>
          <a:solidFill>
            <a:schemeClr val="bg2"/>
          </a:solidFill>
        </p:spPr>
        <p:txBody>
          <a:bodyPr vert="horz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Insert Chart</a:t>
            </a:r>
          </a:p>
        </p:txBody>
      </p:sp>
      <p:sp>
        <p:nvSpPr>
          <p:cNvPr id="9" name="Text Placeholder 18">
            <a:extLst>
              <a:ext uri="{FF2B5EF4-FFF2-40B4-BE49-F238E27FC236}">
                <a16:creationId xmlns:a16="http://schemas.microsoft.com/office/drawing/2014/main" id="{DE7D43B7-7ED7-14CD-E9CD-ED09E2F669D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57200" y="1029207"/>
            <a:ext cx="4099727" cy="1874192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A3B113F0-5058-EDE3-8BA5-62F03832334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55962" y="4647800"/>
            <a:ext cx="2642419" cy="170386"/>
          </a:xfrm>
        </p:spPr>
        <p:txBody>
          <a:bodyPr>
            <a:noAutofit/>
          </a:bodyPr>
          <a:lstStyle>
            <a:lvl1pPr marL="0" indent="0">
              <a:buNone/>
              <a:defRPr sz="6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12" name="Text Placeholder 24">
            <a:extLst>
              <a:ext uri="{FF2B5EF4-FFF2-40B4-BE49-F238E27FC236}">
                <a16:creationId xmlns:a16="http://schemas.microsoft.com/office/drawing/2014/main" id="{D523EA33-83E0-61A5-165D-479F3FA0691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38850" y="4657325"/>
            <a:ext cx="2647950" cy="170386"/>
          </a:xfrm>
        </p:spPr>
        <p:txBody>
          <a:bodyPr>
            <a:noAutofit/>
          </a:bodyPr>
          <a:lstStyle>
            <a:lvl1pPr marL="0" indent="0">
              <a:buNone/>
              <a:defRPr sz="6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14" name="Text Placeholder 22">
            <a:extLst>
              <a:ext uri="{FF2B5EF4-FFF2-40B4-BE49-F238E27FC236}">
                <a16:creationId xmlns:a16="http://schemas.microsoft.com/office/drawing/2014/main" id="{CE38D407-F19B-0194-3A21-6222D789EF2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66541" y="4647800"/>
            <a:ext cx="2642419" cy="170386"/>
          </a:xfrm>
        </p:spPr>
        <p:txBody>
          <a:bodyPr>
            <a:noAutofit/>
          </a:bodyPr>
          <a:lstStyle>
            <a:lvl1pPr marL="0" indent="0">
              <a:buNone/>
              <a:defRPr sz="6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F10539-30F3-4137-FEBE-C4A450C015E6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9">
            <a:extLst>
              <a:ext uri="{FF2B5EF4-FFF2-40B4-BE49-F238E27FC236}">
                <a16:creationId xmlns:a16="http://schemas.microsoft.com/office/drawing/2014/main" id="{E129E260-2FA4-8CA1-7FBA-E732A5666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4443984" cy="90525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defRPr sz="2500"/>
            </a:lvl1pPr>
          </a:lstStyle>
          <a:p>
            <a:r>
              <a:rPr lang="en-US" dirty="0"/>
              <a:t>Simple Slide</a:t>
            </a:r>
          </a:p>
        </p:txBody>
      </p:sp>
    </p:spTree>
    <p:extLst>
      <p:ext uri="{BB962C8B-B14F-4D97-AF65-F5344CB8AC3E}">
        <p14:creationId xmlns:p14="http://schemas.microsoft.com/office/powerpoint/2010/main" val="14988594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–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9">
            <a:extLst>
              <a:ext uri="{FF2B5EF4-FFF2-40B4-BE49-F238E27FC236}">
                <a16:creationId xmlns:a16="http://schemas.microsoft.com/office/drawing/2014/main" id="{36CA958A-1F5F-2496-8D28-E74C6A204A97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75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75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04226130-4780-805B-7641-AA662B760B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1" y="374650"/>
            <a:ext cx="3964404" cy="4429579"/>
          </a:xfrm>
        </p:spPr>
        <p:txBody>
          <a:bodyPr>
            <a:normAutofit/>
          </a:bodyPr>
          <a:lstStyle>
            <a:lvl1pPr indent="-2286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185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52" userDrawn="1">
          <p15:clr>
            <a:srgbClr val="FBAE40"/>
          </p15:clr>
        </p15:guide>
        <p15:guide id="2" pos="2352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– no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51224578-8E67-64B3-6F6D-A427F8213408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 dirty="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750" baseline="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750" dirty="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75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59878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52" userDrawn="1">
          <p15:clr>
            <a:srgbClr val="FBAE40"/>
          </p15:clr>
        </p15:guide>
        <p15:guide id="2" pos="2448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 - Dun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570335" y="2780783"/>
            <a:ext cx="4574979" cy="0"/>
          </a:xfrm>
          <a:prstGeom prst="line">
            <a:avLst/>
          </a:prstGeom>
          <a:ln w="28575" cap="rnd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14"/>
          <p:cNvSpPr>
            <a:spLocks noGrp="1"/>
          </p:cNvSpPr>
          <p:nvPr>
            <p:ph type="body" sz="quarter" idx="11" hasCustomPrompt="1"/>
          </p:nvPr>
        </p:nvSpPr>
        <p:spPr>
          <a:xfrm>
            <a:off x="570021" y="2967059"/>
            <a:ext cx="4588564" cy="1101551"/>
          </a:xfrm>
        </p:spPr>
        <p:txBody>
          <a:bodyPr>
            <a:noAutofit/>
          </a:bodyPr>
          <a:lstStyle>
            <a:lvl1pPr marL="0" indent="0">
              <a:spcBef>
                <a:spcPts val="400"/>
              </a:spcBef>
              <a:buNone/>
              <a:defRPr sz="1800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Subtitle or additional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5E67DE-D090-4E05-A78B-1B661FF15B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2857" y="1252017"/>
            <a:ext cx="4599810" cy="1358834"/>
          </a:xfrm>
          <a:prstGeom prst="rect">
            <a:avLst/>
          </a:prstGeom>
          <a:noFill/>
        </p:spPr>
        <p:txBody>
          <a:bodyPr lIns="0" tIns="0" rIns="0" bIns="0" anchor="b" anchorCtr="0"/>
          <a:lstStyle>
            <a:lvl1pPr algn="l"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Transition Slide Title</a:t>
            </a:r>
          </a:p>
        </p:txBody>
      </p:sp>
    </p:spTree>
    <p:extLst>
      <p:ext uri="{BB962C8B-B14F-4D97-AF65-F5344CB8AC3E}">
        <p14:creationId xmlns:p14="http://schemas.microsoft.com/office/powerpoint/2010/main" val="41854107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 - Mesa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570335" y="2780783"/>
            <a:ext cx="4574979" cy="0"/>
          </a:xfrm>
          <a:prstGeom prst="line">
            <a:avLst/>
          </a:prstGeom>
          <a:ln w="28575" cap="rnd" cmpd="sng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14"/>
          <p:cNvSpPr>
            <a:spLocks noGrp="1"/>
          </p:cNvSpPr>
          <p:nvPr>
            <p:ph type="body" sz="quarter" idx="11" hasCustomPrompt="1"/>
          </p:nvPr>
        </p:nvSpPr>
        <p:spPr>
          <a:xfrm>
            <a:off x="567879" y="2961483"/>
            <a:ext cx="4601998" cy="1101551"/>
          </a:xfrm>
        </p:spPr>
        <p:txBody>
          <a:bodyPr>
            <a:noAutofit/>
          </a:bodyPr>
          <a:lstStyle>
            <a:lvl1pPr marL="0" indent="0">
              <a:spcBef>
                <a:spcPts val="400"/>
              </a:spcBef>
              <a:buNone/>
              <a:defRPr sz="18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Subtitle or additional text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8794D23-6074-4A1B-BA3A-739DFE96CA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647" y="1252017"/>
            <a:ext cx="4613277" cy="1358834"/>
          </a:xfrm>
          <a:prstGeom prst="rect">
            <a:avLst/>
          </a:prstGeom>
          <a:noFill/>
        </p:spPr>
        <p:txBody>
          <a:bodyPr lIns="0" tIns="0" rIns="0" bIns="0" anchor="b" anchorCtr="0">
            <a:noAutofit/>
          </a:bodyPr>
          <a:lstStyle>
            <a:lvl1pPr algn="l"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Transition Slide Title</a:t>
            </a:r>
          </a:p>
        </p:txBody>
      </p:sp>
    </p:spTree>
    <p:extLst>
      <p:ext uri="{BB962C8B-B14F-4D97-AF65-F5344CB8AC3E}">
        <p14:creationId xmlns:p14="http://schemas.microsoft.com/office/powerpoint/2010/main" val="12515170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 - Rocky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570335" y="2780783"/>
            <a:ext cx="4574979" cy="0"/>
          </a:xfrm>
          <a:prstGeom prst="line">
            <a:avLst/>
          </a:prstGeom>
          <a:ln w="28575" cap="rnd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14"/>
          <p:cNvSpPr>
            <a:spLocks noGrp="1"/>
          </p:cNvSpPr>
          <p:nvPr>
            <p:ph type="body" sz="quarter" idx="11" hasCustomPrompt="1"/>
          </p:nvPr>
        </p:nvSpPr>
        <p:spPr>
          <a:xfrm>
            <a:off x="567879" y="2961483"/>
            <a:ext cx="4601998" cy="1101551"/>
          </a:xfrm>
        </p:spPr>
        <p:txBody>
          <a:bodyPr>
            <a:noAutofit/>
          </a:bodyPr>
          <a:lstStyle>
            <a:lvl1pPr marL="0" indent="0">
              <a:spcBef>
                <a:spcPts val="400"/>
              </a:spcBef>
              <a:buNone/>
              <a:defRPr sz="18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Subtitle or additional text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8794D23-6074-4A1B-BA3A-739DFE96CA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647" y="1252017"/>
            <a:ext cx="4613277" cy="1358834"/>
          </a:xfrm>
          <a:prstGeom prst="rect">
            <a:avLst/>
          </a:prstGeom>
          <a:noFill/>
        </p:spPr>
        <p:txBody>
          <a:bodyPr lIns="0" tIns="0" rIns="0" bIns="0" anchor="b" anchorCtr="0">
            <a:noAutofit/>
          </a:bodyPr>
          <a:lstStyle>
            <a:lvl1pPr algn="l"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Transition Slide Title</a:t>
            </a:r>
          </a:p>
        </p:txBody>
      </p:sp>
    </p:spTree>
    <p:extLst>
      <p:ext uri="{BB962C8B-B14F-4D97-AF65-F5344CB8AC3E}">
        <p14:creationId xmlns:p14="http://schemas.microsoft.com/office/powerpoint/2010/main" val="18598367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 - Golden Su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570335" y="2780783"/>
            <a:ext cx="4574979" cy="0"/>
          </a:xfrm>
          <a:prstGeom prst="line">
            <a:avLst/>
          </a:prstGeom>
          <a:ln w="28575" cap="rnd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14"/>
          <p:cNvSpPr>
            <a:spLocks noGrp="1"/>
          </p:cNvSpPr>
          <p:nvPr>
            <p:ph type="body" sz="quarter" idx="11" hasCustomPrompt="1"/>
          </p:nvPr>
        </p:nvSpPr>
        <p:spPr>
          <a:xfrm>
            <a:off x="570021" y="2967059"/>
            <a:ext cx="4588564" cy="1101551"/>
          </a:xfrm>
        </p:spPr>
        <p:txBody>
          <a:bodyPr>
            <a:noAutofit/>
          </a:bodyPr>
          <a:lstStyle>
            <a:lvl1pPr marL="0" indent="0">
              <a:spcBef>
                <a:spcPts val="400"/>
              </a:spcBef>
              <a:buNone/>
              <a:defRPr sz="1800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 or additional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5E67DE-D090-4E05-A78B-1B661FF15B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2857" y="1252017"/>
            <a:ext cx="4599810" cy="1358834"/>
          </a:xfrm>
          <a:prstGeom prst="rect">
            <a:avLst/>
          </a:prstGeom>
          <a:noFill/>
        </p:spPr>
        <p:txBody>
          <a:bodyPr lIns="0" tIns="0" rIns="0" bIns="0" anchor="b" anchorCtr="0"/>
          <a:lstStyle>
            <a:lvl1pPr algn="l"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Transition Slide Title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C69288-7B94-D2DA-9757-8C3C74DCB744}"/>
              </a:ext>
            </a:extLst>
          </p:cNvPr>
          <p:cNvSpPr txBox="1"/>
          <p:nvPr userDrawn="1"/>
        </p:nvSpPr>
        <p:spPr>
          <a:xfrm>
            <a:off x="5584166" y="113293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err="1"/>
          </a:p>
        </p:txBody>
      </p:sp>
    </p:spTree>
    <p:extLst>
      <p:ext uri="{BB962C8B-B14F-4D97-AF65-F5344CB8AC3E}">
        <p14:creationId xmlns:p14="http://schemas.microsoft.com/office/powerpoint/2010/main" val="31895803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ing Mesa Blue - Large Photo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14350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600" baseline="0"/>
            </a:lvl1pPr>
          </a:lstStyle>
          <a:p>
            <a:r>
              <a:rPr lang="en-US" dirty="0"/>
              <a:t>Insert large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90973F-DA58-ECB7-8A31-C6E36A068E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565204"/>
            <a:ext cx="4572000" cy="1649186"/>
          </a:xfrm>
          <a:prstGeom prst="round1Rect">
            <a:avLst/>
          </a:prstGeom>
          <a:solidFill>
            <a:schemeClr val="tx2">
              <a:alpha val="68000"/>
            </a:schemeClr>
          </a:solidFill>
        </p:spPr>
        <p:txBody>
          <a:bodyPr lIns="91440" rIns="91440" anchor="ctr"/>
          <a:lstStyle>
            <a:lvl1pPr>
              <a:lnSpc>
                <a:spcPct val="100000"/>
              </a:lnSpc>
              <a:defRPr sz="2800" b="1"/>
            </a:lvl1pPr>
          </a:lstStyle>
          <a:p>
            <a:r>
              <a:rPr lang="en-US" dirty="0"/>
              <a:t>Key Messaging</a:t>
            </a:r>
            <a:br>
              <a:rPr lang="en-US" dirty="0"/>
            </a:br>
            <a:r>
              <a:rPr lang="en-US" dirty="0"/>
              <a:t>Slide One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B9030D-4C76-415A-95F6-CB8F61DED0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5438" y="4819650"/>
            <a:ext cx="2779713" cy="11481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00" i="1">
                <a:solidFill>
                  <a:srgbClr val="C0C0C0"/>
                </a:solidFill>
              </a:defRPr>
            </a:lvl1pPr>
            <a:lvl2pPr marL="233362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2pPr>
            <a:lvl3pPr marL="458787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3pPr>
            <a:lvl4pPr marL="688975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4pPr>
            <a:lvl5pPr marL="914400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/>
              <a:t>Photo/Image Credit</a:t>
            </a:r>
          </a:p>
        </p:txBody>
      </p:sp>
    </p:spTree>
    <p:extLst>
      <p:ext uri="{BB962C8B-B14F-4D97-AF65-F5344CB8AC3E}">
        <p14:creationId xmlns:p14="http://schemas.microsoft.com/office/powerpoint/2010/main" val="13299978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orient="horz" pos="1428">
          <p15:clr>
            <a:srgbClr val="FBAE40"/>
          </p15:clr>
        </p15:guide>
        <p15:guide id="7" orient="horz" pos="1404">
          <p15:clr>
            <a:srgbClr val="FBAE40"/>
          </p15:clr>
        </p15:guide>
        <p15:guide id="8" orient="horz" pos="996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ing Rocky Blue - 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14350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600" baseline="0"/>
            </a:lvl1pPr>
          </a:lstStyle>
          <a:p>
            <a:r>
              <a:rPr lang="en-US"/>
              <a:t>Insert large image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B9030D-4C76-415A-95F6-CB8F61DED0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5438" y="4819650"/>
            <a:ext cx="2779713" cy="11481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00" i="1">
                <a:solidFill>
                  <a:srgbClr val="C0C0C0"/>
                </a:solidFill>
              </a:defRPr>
            </a:lvl1pPr>
            <a:lvl2pPr marL="233362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2pPr>
            <a:lvl3pPr marL="458787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3pPr>
            <a:lvl4pPr marL="688975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4pPr>
            <a:lvl5pPr marL="914400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67779DF-0425-5F03-2ABE-0DCC89EFAB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565204"/>
            <a:ext cx="4572000" cy="1649186"/>
          </a:xfrm>
          <a:prstGeom prst="round1Rect">
            <a:avLst/>
          </a:prstGeom>
          <a:solidFill>
            <a:schemeClr val="accent1">
              <a:alpha val="68000"/>
            </a:schemeClr>
          </a:solidFill>
        </p:spPr>
        <p:txBody>
          <a:bodyPr lIns="91440" rIns="91440" anchor="ctr">
            <a:normAutofit/>
          </a:bodyPr>
          <a:lstStyle>
            <a:lvl1pPr>
              <a:lnSpc>
                <a:spcPct val="100000"/>
              </a:lnSpc>
              <a:defRPr sz="2800" b="1"/>
            </a:lvl1pPr>
          </a:lstStyle>
          <a:p>
            <a:r>
              <a:rPr lang="en-US" dirty="0"/>
              <a:t>Key Messaging</a:t>
            </a:r>
            <a:br>
              <a:rPr lang="en-US" dirty="0"/>
            </a:br>
            <a:r>
              <a:rPr lang="en-US" dirty="0"/>
              <a:t>Slide One</a:t>
            </a:r>
          </a:p>
        </p:txBody>
      </p:sp>
    </p:spTree>
    <p:extLst>
      <p:ext uri="{BB962C8B-B14F-4D97-AF65-F5344CB8AC3E}">
        <p14:creationId xmlns:p14="http://schemas.microsoft.com/office/powerpoint/2010/main" val="28675656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orient="horz" pos="1428">
          <p15:clr>
            <a:srgbClr val="FBAE40"/>
          </p15:clr>
        </p15:guide>
        <p15:guide id="7" orient="horz" pos="1404">
          <p15:clr>
            <a:srgbClr val="FBAE40"/>
          </p15:clr>
        </p15:guide>
        <p15:guide id="8" orient="horz" pos="996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ing Dune - 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14350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600" baseline="0"/>
            </a:lvl1pPr>
          </a:lstStyle>
          <a:p>
            <a:r>
              <a:rPr lang="en-US"/>
              <a:t>Insert large image here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992DF99-1181-7C7A-8E4B-659899B4B0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565204"/>
            <a:ext cx="4572000" cy="1649186"/>
          </a:xfrm>
          <a:prstGeom prst="round1Rect">
            <a:avLst/>
          </a:prstGeom>
          <a:solidFill>
            <a:srgbClr val="EEEEEE"/>
          </a:solidFill>
        </p:spPr>
        <p:txBody>
          <a:bodyPr lIns="91440" rIns="91440" anchor="ctr">
            <a:normAutofit/>
          </a:bodyPr>
          <a:lstStyle>
            <a:lvl1pPr>
              <a:lnSpc>
                <a:spcPct val="100000"/>
              </a:lnSpc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Key Messaging</a:t>
            </a:r>
            <a:br>
              <a:rPr lang="en-US" dirty="0"/>
            </a:br>
            <a:r>
              <a:rPr lang="en-US" dirty="0"/>
              <a:t>Slide One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B9030D-4C76-415A-95F6-CB8F61DED0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5438" y="4819650"/>
            <a:ext cx="2779713" cy="11481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00" i="1">
                <a:solidFill>
                  <a:srgbClr val="C0C0C0"/>
                </a:solidFill>
              </a:defRPr>
            </a:lvl1pPr>
            <a:lvl2pPr marL="233362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2pPr>
            <a:lvl3pPr marL="458787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3pPr>
            <a:lvl4pPr marL="688975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4pPr>
            <a:lvl5pPr marL="914400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/>
              <a:t>Photo/Image Credit</a:t>
            </a:r>
          </a:p>
        </p:txBody>
      </p:sp>
    </p:spTree>
    <p:extLst>
      <p:ext uri="{BB962C8B-B14F-4D97-AF65-F5344CB8AC3E}">
        <p14:creationId xmlns:p14="http://schemas.microsoft.com/office/powerpoint/2010/main" val="31640396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orient="horz" pos="1428">
          <p15:clr>
            <a:srgbClr val="FBAE40"/>
          </p15:clr>
        </p15:guide>
        <p15:guide id="7" orient="horz" pos="1404">
          <p15:clr>
            <a:srgbClr val="FBAE40"/>
          </p15:clr>
        </p15:guide>
        <p15:guide id="8" orient="horz" pos="996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Slide -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6"/>
          <p:cNvSpPr>
            <a:spLocks noGrp="1"/>
          </p:cNvSpPr>
          <p:nvPr>
            <p:ph type="chart" sz="quarter" idx="11" hasCustomPrompt="1"/>
          </p:nvPr>
        </p:nvSpPr>
        <p:spPr>
          <a:xfrm>
            <a:off x="468313" y="2081080"/>
            <a:ext cx="1883539" cy="1436109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200"/>
            </a:lvl1pPr>
          </a:lstStyle>
          <a:p>
            <a:r>
              <a:rPr lang="en-US"/>
              <a:t>Insert Chart</a:t>
            </a:r>
          </a:p>
        </p:txBody>
      </p:sp>
      <p:sp>
        <p:nvSpPr>
          <p:cNvPr id="10" name="Chart Placeholder 6"/>
          <p:cNvSpPr>
            <a:spLocks noGrp="1"/>
          </p:cNvSpPr>
          <p:nvPr>
            <p:ph type="chart" sz="quarter" idx="12" hasCustomPrompt="1"/>
          </p:nvPr>
        </p:nvSpPr>
        <p:spPr>
          <a:xfrm>
            <a:off x="6963599" y="2081080"/>
            <a:ext cx="1883539" cy="1436109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200"/>
            </a:lvl1pPr>
          </a:lstStyle>
          <a:p>
            <a:r>
              <a:rPr lang="en-US"/>
              <a:t>Insert Chart</a:t>
            </a:r>
          </a:p>
        </p:txBody>
      </p:sp>
      <p:sp>
        <p:nvSpPr>
          <p:cNvPr id="11" name="Chart Placeholder 6"/>
          <p:cNvSpPr>
            <a:spLocks noGrp="1"/>
          </p:cNvSpPr>
          <p:nvPr>
            <p:ph type="chart" sz="quarter" idx="13" hasCustomPrompt="1"/>
          </p:nvPr>
        </p:nvSpPr>
        <p:spPr>
          <a:xfrm>
            <a:off x="4765926" y="2081080"/>
            <a:ext cx="1883539" cy="1436109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200"/>
            </a:lvl1pPr>
          </a:lstStyle>
          <a:p>
            <a:r>
              <a:rPr lang="en-US"/>
              <a:t>Insert Chart</a:t>
            </a:r>
          </a:p>
        </p:txBody>
      </p:sp>
      <p:sp>
        <p:nvSpPr>
          <p:cNvPr id="12" name="Chart Placeholder 6"/>
          <p:cNvSpPr>
            <a:spLocks noGrp="1"/>
          </p:cNvSpPr>
          <p:nvPr>
            <p:ph type="chart" sz="quarter" idx="14" hasCustomPrompt="1"/>
          </p:nvPr>
        </p:nvSpPr>
        <p:spPr>
          <a:xfrm>
            <a:off x="2618059" y="2081080"/>
            <a:ext cx="1883539" cy="1436109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200"/>
            </a:lvl1pPr>
          </a:lstStyle>
          <a:p>
            <a:r>
              <a:rPr lang="en-US"/>
              <a:t>Insert Chart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BBB32518-80C2-490A-8EDF-A9BC4D5EE0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78288" y="413132"/>
            <a:ext cx="4768850" cy="1286324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FD4793-29E8-C255-201E-B14E242DE00B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2176" y="3652838"/>
            <a:ext cx="1903413" cy="682625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27D937D-C1DF-8E97-86B9-5B2B366CDC21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2623073" y="3652838"/>
            <a:ext cx="1898650" cy="688975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E6AD15F-B268-1255-D9D8-0B454AC3A19A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778655" y="3652838"/>
            <a:ext cx="1893888" cy="712788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839B973-B61B-DBEF-0780-D24C5D66F3C3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962775" y="3652838"/>
            <a:ext cx="1884799" cy="728662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545109-91C5-45A6-3F76-A1835755197A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solidFill>
                  <a:schemeClr val="tx1"/>
                </a:solidFill>
              </a:rPr>
              <a:t>National Laboratory of the Rockies</a:t>
            </a:r>
            <a:r>
              <a:rPr lang="en-US" sz="750" baseline="0">
                <a:solidFill>
                  <a:schemeClr val="tx1"/>
                </a:solidFill>
              </a:rPr>
              <a:t>    </a:t>
            </a:r>
            <a:r>
              <a:rPr lang="en-US" sz="750">
                <a:solidFill>
                  <a:schemeClr val="tx1"/>
                </a:solidFill>
              </a:rPr>
              <a:t>|    </a:t>
            </a:r>
            <a:fld id="{BFD71CF8-5198-8441-A7C0-DC22FD64CBE4}" type="slidenum">
              <a:rPr lang="en-US" sz="750" smtClean="0">
                <a:solidFill>
                  <a:schemeClr val="tx1"/>
                </a:solidFill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B5148D-CC96-6B66-D719-8F5FFA944BE7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20">
            <a:extLst>
              <a:ext uri="{FF2B5EF4-FFF2-40B4-BE49-F238E27FC236}">
                <a16:creationId xmlns:a16="http://schemas.microsoft.com/office/drawing/2014/main" id="{A0690749-C1C1-E3D1-F321-AA9565DBA9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3666941" cy="1699454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lnSpc>
                <a:spcPct val="100000"/>
              </a:lnSpc>
              <a:defRPr sz="2500"/>
            </a:lvl1pPr>
          </a:lstStyle>
          <a:p>
            <a:r>
              <a:rPr lang="en-US" dirty="0"/>
              <a:t>Data Slide: Keep </a:t>
            </a:r>
            <a:br>
              <a:rPr lang="en-US" dirty="0"/>
            </a:br>
            <a:r>
              <a:rPr lang="en-US" dirty="0"/>
              <a:t>Title Concise</a:t>
            </a:r>
          </a:p>
        </p:txBody>
      </p:sp>
    </p:spTree>
    <p:extLst>
      <p:ext uri="{BB962C8B-B14F-4D97-AF65-F5344CB8AC3E}">
        <p14:creationId xmlns:p14="http://schemas.microsoft.com/office/powerpoint/2010/main" val="248268761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Infographic Lar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icture Placeholder 28"/>
          <p:cNvSpPr>
            <a:spLocks noGrp="1"/>
          </p:cNvSpPr>
          <p:nvPr>
            <p:ph type="pic" sz="quarter" idx="49" hasCustomPrompt="1"/>
          </p:nvPr>
        </p:nvSpPr>
        <p:spPr>
          <a:xfrm>
            <a:off x="0" y="0"/>
            <a:ext cx="9144000" cy="51435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dirty="0"/>
              <a:t>                                                                             Insert a large image here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40"/>
          </p:nvPr>
        </p:nvSpPr>
        <p:spPr>
          <a:xfrm>
            <a:off x="0" y="2561212"/>
            <a:ext cx="9144000" cy="1983121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vert="horz"/>
          <a:lstStyle>
            <a:lvl1pPr marL="0" indent="0" algn="ctr">
              <a:buNone/>
              <a:defRPr sz="100">
                <a:solidFill>
                  <a:srgbClr val="33333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24"/>
          <p:cNvSpPr>
            <a:spLocks noGrp="1" noChangeAspect="1"/>
          </p:cNvSpPr>
          <p:nvPr>
            <p:ph type="pic" sz="quarter" idx="50" hasCustomPrompt="1"/>
          </p:nvPr>
        </p:nvSpPr>
        <p:spPr>
          <a:xfrm>
            <a:off x="490683" y="1962045"/>
            <a:ext cx="1291932" cy="1291928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txBody>
          <a:bodyPr vert="horz" lIns="91440" tIns="91440" rIns="91440" bIns="91440" anchor="ctr" anchorCtr="0"/>
          <a:lstStyle>
            <a:lvl1pPr marL="0" indent="0" algn="ctr">
              <a:buNone/>
              <a:defRPr sz="120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Insert icon</a:t>
            </a:r>
          </a:p>
        </p:txBody>
      </p:sp>
      <p:sp>
        <p:nvSpPr>
          <p:cNvPr id="35" name="Picture Placeholder 24"/>
          <p:cNvSpPr>
            <a:spLocks noGrp="1" noChangeAspect="1"/>
          </p:cNvSpPr>
          <p:nvPr>
            <p:ph type="pic" sz="quarter" idx="51" hasCustomPrompt="1"/>
          </p:nvPr>
        </p:nvSpPr>
        <p:spPr>
          <a:xfrm>
            <a:off x="2239612" y="1962045"/>
            <a:ext cx="1291932" cy="1291928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txBody>
          <a:bodyPr vert="horz" lIns="91440" tIns="91440" rIns="91440" bIns="91440" anchor="ctr" anchorCtr="0"/>
          <a:lstStyle>
            <a:lvl1pPr marL="0" indent="0" algn="ctr">
              <a:buNone/>
              <a:defRPr sz="120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Insert icon</a:t>
            </a:r>
          </a:p>
        </p:txBody>
      </p:sp>
      <p:sp>
        <p:nvSpPr>
          <p:cNvPr id="36" name="Picture Placeholder 24"/>
          <p:cNvSpPr>
            <a:spLocks noGrp="1" noChangeAspect="1"/>
          </p:cNvSpPr>
          <p:nvPr>
            <p:ph type="pic" sz="quarter" idx="52" hasCustomPrompt="1"/>
          </p:nvPr>
        </p:nvSpPr>
        <p:spPr>
          <a:xfrm>
            <a:off x="3926034" y="1962045"/>
            <a:ext cx="1291932" cy="1291928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txBody>
          <a:bodyPr vert="horz" lIns="91440" tIns="91440" rIns="91440" bIns="91440" anchor="ctr" anchorCtr="0"/>
          <a:lstStyle>
            <a:lvl1pPr marL="0" indent="0" algn="ctr">
              <a:buNone/>
              <a:defRPr sz="120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Insert icon</a:t>
            </a:r>
          </a:p>
        </p:txBody>
      </p:sp>
      <p:sp>
        <p:nvSpPr>
          <p:cNvPr id="37" name="Picture Placeholder 24"/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5675688" y="1962045"/>
            <a:ext cx="1291932" cy="1291928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txBody>
          <a:bodyPr vert="horz" lIns="91440" tIns="91440" rIns="91440" bIns="91440" anchor="ctr" anchorCtr="0"/>
          <a:lstStyle>
            <a:lvl1pPr marL="0" indent="0" algn="ctr">
              <a:buNone/>
              <a:defRPr sz="120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Insert icon</a:t>
            </a:r>
          </a:p>
        </p:txBody>
      </p:sp>
      <p:sp>
        <p:nvSpPr>
          <p:cNvPr id="38" name="Picture Placeholder 24"/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7336601" y="1962045"/>
            <a:ext cx="1291932" cy="1291928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txBody>
          <a:bodyPr vert="horz" lIns="91440" tIns="91440" rIns="91440" bIns="91440" anchor="ctr" anchorCtr="0"/>
          <a:lstStyle>
            <a:lvl1pPr marL="0" indent="0" algn="ctr">
              <a:buNone/>
              <a:defRPr sz="120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Insert icon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05006D69-EA13-4B2D-9C01-B58C3937703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5438" y="4881562"/>
            <a:ext cx="1645125" cy="11385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00" i="1">
                <a:solidFill>
                  <a:srgbClr val="CBCBCB"/>
                </a:solidFill>
              </a:defRPr>
            </a:lvl1pPr>
            <a:lvl2pPr marL="233362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2pPr>
            <a:lvl3pPr marL="458787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3pPr>
            <a:lvl4pPr marL="688975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4pPr>
            <a:lvl5pPr marL="914400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25" name="Text Placeholder 3"/>
          <p:cNvSpPr>
            <a:spLocks noGrp="1"/>
          </p:cNvSpPr>
          <p:nvPr>
            <p:ph type="body" sz="quarter" idx="47" hasCustomPrompt="1"/>
          </p:nvPr>
        </p:nvSpPr>
        <p:spPr>
          <a:xfrm>
            <a:off x="7336601" y="3793135"/>
            <a:ext cx="1336675" cy="570668"/>
          </a:xfrm>
          <a:prstGeom prst="rect">
            <a:avLst/>
          </a:prstGeom>
          <a:ln>
            <a:noFill/>
          </a:ln>
        </p:spPr>
        <p:txBody>
          <a:bodyPr vert="horz" lIns="0" tIns="0" rIns="0" bIns="0">
            <a:normAutofit/>
          </a:bodyPr>
          <a:lstStyle>
            <a:lvl1pPr marL="0" indent="0" algn="ctr">
              <a:buNone/>
              <a:defRPr sz="1000" baseline="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Infographic information goes here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48" hasCustomPrompt="1"/>
          </p:nvPr>
        </p:nvSpPr>
        <p:spPr>
          <a:xfrm>
            <a:off x="7336602" y="3389856"/>
            <a:ext cx="1336675" cy="326535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ctr">
              <a:buNone/>
              <a:defRPr sz="1400" baseline="0">
                <a:solidFill>
                  <a:schemeClr val="tx1"/>
                </a:solidFill>
              </a:defRPr>
            </a:lvl1pPr>
            <a:lvl2pPr marL="457200" indent="0">
              <a:buNone/>
              <a:defRPr sz="2200">
                <a:solidFill>
                  <a:srgbClr val="8DC63F"/>
                </a:solidFill>
              </a:defRPr>
            </a:lvl2pPr>
            <a:lvl3pPr marL="914400" indent="0">
              <a:buNone/>
              <a:defRPr sz="2200">
                <a:solidFill>
                  <a:srgbClr val="8DC63F"/>
                </a:solidFill>
              </a:defRPr>
            </a:lvl3pPr>
            <a:lvl4pPr marL="1371600" indent="0">
              <a:buNone/>
              <a:defRPr sz="2200">
                <a:solidFill>
                  <a:srgbClr val="8DC63F"/>
                </a:solidFill>
              </a:defRPr>
            </a:lvl4pPr>
            <a:lvl5pPr marL="1828800" indent="0">
              <a:buNone/>
              <a:defRPr sz="2200">
                <a:solidFill>
                  <a:srgbClr val="8DC63F"/>
                </a:solidFill>
              </a:defRPr>
            </a:lvl5pPr>
          </a:lstStyle>
          <a:p>
            <a:pPr lvl="0"/>
            <a:r>
              <a:rPr lang="en-US"/>
              <a:t>Emphasis Text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quarter" idx="45" hasCustomPrompt="1"/>
          </p:nvPr>
        </p:nvSpPr>
        <p:spPr>
          <a:xfrm>
            <a:off x="5655659" y="3793135"/>
            <a:ext cx="1336675" cy="570668"/>
          </a:xfrm>
          <a:prstGeom prst="rect">
            <a:avLst/>
          </a:prstGeom>
          <a:ln>
            <a:noFill/>
          </a:ln>
        </p:spPr>
        <p:txBody>
          <a:bodyPr vert="horz" lIns="0" tIns="0" rIns="0" bIns="0">
            <a:normAutofit/>
          </a:bodyPr>
          <a:lstStyle>
            <a:lvl1pPr marL="0" indent="0" algn="ctr">
              <a:buNone/>
              <a:defRPr sz="1000" baseline="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Infographic information goes here</a:t>
            </a: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46" hasCustomPrompt="1"/>
          </p:nvPr>
        </p:nvSpPr>
        <p:spPr>
          <a:xfrm>
            <a:off x="5655660" y="3389856"/>
            <a:ext cx="1336675" cy="326535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ctr">
              <a:buNone/>
              <a:defRPr sz="1400" baseline="0">
                <a:solidFill>
                  <a:schemeClr val="tx1"/>
                </a:solidFill>
              </a:defRPr>
            </a:lvl1pPr>
            <a:lvl2pPr marL="457200" indent="0">
              <a:buNone/>
              <a:defRPr sz="2200">
                <a:solidFill>
                  <a:srgbClr val="8DC63F"/>
                </a:solidFill>
              </a:defRPr>
            </a:lvl2pPr>
            <a:lvl3pPr marL="914400" indent="0">
              <a:buNone/>
              <a:defRPr sz="2200">
                <a:solidFill>
                  <a:srgbClr val="8DC63F"/>
                </a:solidFill>
              </a:defRPr>
            </a:lvl3pPr>
            <a:lvl4pPr marL="1371600" indent="0">
              <a:buNone/>
              <a:defRPr sz="2200">
                <a:solidFill>
                  <a:srgbClr val="8DC63F"/>
                </a:solidFill>
              </a:defRPr>
            </a:lvl4pPr>
            <a:lvl5pPr marL="1828800" indent="0">
              <a:buNone/>
              <a:defRPr sz="2200">
                <a:solidFill>
                  <a:srgbClr val="8DC63F"/>
                </a:solidFill>
              </a:defRPr>
            </a:lvl5pPr>
          </a:lstStyle>
          <a:p>
            <a:pPr lvl="0"/>
            <a:r>
              <a:rPr lang="en-US"/>
              <a:t>Emphasis Text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43" hasCustomPrompt="1"/>
          </p:nvPr>
        </p:nvSpPr>
        <p:spPr>
          <a:xfrm>
            <a:off x="3931141" y="3793135"/>
            <a:ext cx="1336675" cy="570668"/>
          </a:xfrm>
          <a:prstGeom prst="rect">
            <a:avLst/>
          </a:prstGeom>
          <a:ln>
            <a:noFill/>
          </a:ln>
        </p:spPr>
        <p:txBody>
          <a:bodyPr vert="horz" lIns="0" tIns="0" rIns="0" bIns="0">
            <a:normAutofit/>
          </a:bodyPr>
          <a:lstStyle>
            <a:lvl1pPr marL="0" indent="0" algn="ctr">
              <a:buNone/>
              <a:defRPr sz="1000" baseline="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Infographic information goes here</a:t>
            </a:r>
          </a:p>
        </p:txBody>
      </p:sp>
      <p:sp>
        <p:nvSpPr>
          <p:cNvPr id="22" name="Text Placeholder 17"/>
          <p:cNvSpPr>
            <a:spLocks noGrp="1"/>
          </p:cNvSpPr>
          <p:nvPr>
            <p:ph type="body" sz="quarter" idx="44" hasCustomPrompt="1"/>
          </p:nvPr>
        </p:nvSpPr>
        <p:spPr>
          <a:xfrm>
            <a:off x="3931142" y="3389856"/>
            <a:ext cx="1336675" cy="326535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ctr">
              <a:buNone/>
              <a:defRPr sz="1400" baseline="0">
                <a:solidFill>
                  <a:schemeClr val="tx1"/>
                </a:solidFill>
              </a:defRPr>
            </a:lvl1pPr>
            <a:lvl2pPr marL="457200" indent="0">
              <a:buNone/>
              <a:defRPr sz="2200">
                <a:solidFill>
                  <a:srgbClr val="8DC63F"/>
                </a:solidFill>
              </a:defRPr>
            </a:lvl2pPr>
            <a:lvl3pPr marL="914400" indent="0">
              <a:buNone/>
              <a:defRPr sz="2200">
                <a:solidFill>
                  <a:srgbClr val="8DC63F"/>
                </a:solidFill>
              </a:defRPr>
            </a:lvl3pPr>
            <a:lvl4pPr marL="1371600" indent="0">
              <a:buNone/>
              <a:defRPr sz="2200">
                <a:solidFill>
                  <a:srgbClr val="8DC63F"/>
                </a:solidFill>
              </a:defRPr>
            </a:lvl4pPr>
            <a:lvl5pPr marL="1828800" indent="0">
              <a:buNone/>
              <a:defRPr sz="2200">
                <a:solidFill>
                  <a:srgbClr val="8DC63F"/>
                </a:solidFill>
              </a:defRPr>
            </a:lvl5pPr>
          </a:lstStyle>
          <a:p>
            <a:pPr lvl="0"/>
            <a:r>
              <a:rPr lang="en-US"/>
              <a:t>Emphasis Text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41" hasCustomPrompt="1"/>
          </p:nvPr>
        </p:nvSpPr>
        <p:spPr>
          <a:xfrm>
            <a:off x="2194869" y="3793135"/>
            <a:ext cx="1336675" cy="570668"/>
          </a:xfrm>
          <a:prstGeom prst="rect">
            <a:avLst/>
          </a:prstGeom>
          <a:ln>
            <a:noFill/>
          </a:ln>
        </p:spPr>
        <p:txBody>
          <a:bodyPr vert="horz" lIns="0" tIns="0" rIns="0" bIns="0">
            <a:normAutofit/>
          </a:bodyPr>
          <a:lstStyle>
            <a:lvl1pPr marL="0" indent="0" algn="ctr">
              <a:buNone/>
              <a:defRPr sz="1000" baseline="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Infographic information goes here</a:t>
            </a:r>
          </a:p>
        </p:txBody>
      </p:sp>
      <p:sp>
        <p:nvSpPr>
          <p:cNvPr id="20" name="Text Placeholder 17"/>
          <p:cNvSpPr>
            <a:spLocks noGrp="1"/>
          </p:cNvSpPr>
          <p:nvPr>
            <p:ph type="body" sz="quarter" idx="42" hasCustomPrompt="1"/>
          </p:nvPr>
        </p:nvSpPr>
        <p:spPr>
          <a:xfrm>
            <a:off x="2194870" y="3389856"/>
            <a:ext cx="1336675" cy="326535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ctr">
              <a:buNone/>
              <a:defRPr sz="1400" baseline="0">
                <a:solidFill>
                  <a:schemeClr val="tx1"/>
                </a:solidFill>
              </a:defRPr>
            </a:lvl1pPr>
            <a:lvl2pPr marL="457200" indent="0">
              <a:buNone/>
              <a:defRPr sz="2200">
                <a:solidFill>
                  <a:srgbClr val="8DC63F"/>
                </a:solidFill>
              </a:defRPr>
            </a:lvl2pPr>
            <a:lvl3pPr marL="914400" indent="0">
              <a:buNone/>
              <a:defRPr sz="2200">
                <a:solidFill>
                  <a:srgbClr val="8DC63F"/>
                </a:solidFill>
              </a:defRPr>
            </a:lvl3pPr>
            <a:lvl4pPr marL="1371600" indent="0">
              <a:buNone/>
              <a:defRPr sz="2200">
                <a:solidFill>
                  <a:srgbClr val="8DC63F"/>
                </a:solidFill>
              </a:defRPr>
            </a:lvl4pPr>
            <a:lvl5pPr marL="1828800" indent="0">
              <a:buNone/>
              <a:defRPr sz="2200">
                <a:solidFill>
                  <a:srgbClr val="8DC63F"/>
                </a:solidFill>
              </a:defRPr>
            </a:lvl5pPr>
          </a:lstStyle>
          <a:p>
            <a:pPr lvl="0"/>
            <a:r>
              <a:rPr lang="en-US"/>
              <a:t>Emphasis Text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EF547DDC-F696-4D14-A37E-2EF7474AC2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8313" y="3389856"/>
            <a:ext cx="1336675" cy="326535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/>
              <a:t>Emphasis Text</a:t>
            </a:r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1D542F68-27CA-4381-B06E-F293CB59986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314" y="3793136"/>
            <a:ext cx="1336674" cy="570668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Infographic information goes here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40390E-E1C4-AA93-CA32-9ED58E9ED9C2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solidFill>
                  <a:schemeClr val="tx1"/>
                </a:solidFill>
              </a:rPr>
              <a:t>National Laboratory of the Rockies</a:t>
            </a:r>
            <a:r>
              <a:rPr lang="en-US" sz="750" baseline="0">
                <a:solidFill>
                  <a:schemeClr val="tx1"/>
                </a:solidFill>
              </a:rPr>
              <a:t>    </a:t>
            </a:r>
            <a:r>
              <a:rPr lang="en-US" sz="750">
                <a:solidFill>
                  <a:schemeClr val="tx1"/>
                </a:solidFill>
              </a:rPr>
              <a:t>|    </a:t>
            </a:r>
            <a:fld id="{BFD71CF8-5198-8441-A7C0-DC22FD64CBE4}" type="slidenum">
              <a:rPr lang="en-US" sz="750" smtClean="0">
                <a:solidFill>
                  <a:schemeClr val="tx1"/>
                </a:solidFill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A4C71E-9E5F-4F4F-7AEF-CBB480B619BF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20">
            <a:extLst>
              <a:ext uri="{FF2B5EF4-FFF2-40B4-BE49-F238E27FC236}">
                <a16:creationId xmlns:a16="http://schemas.microsoft.com/office/drawing/2014/main" id="{FF005CC3-0EB6-6C47-48C5-0A781A3D82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3666941" cy="1699454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lnSpc>
                <a:spcPct val="100000"/>
              </a:lnSpc>
              <a:defRPr sz="2500"/>
            </a:lvl1pPr>
          </a:lstStyle>
          <a:p>
            <a:r>
              <a:rPr lang="en-US" dirty="0"/>
              <a:t>Messaging + Blue Infographic Content</a:t>
            </a:r>
          </a:p>
        </p:txBody>
      </p:sp>
    </p:spTree>
    <p:extLst>
      <p:ext uri="{BB962C8B-B14F-4D97-AF65-F5344CB8AC3E}">
        <p14:creationId xmlns:p14="http://schemas.microsoft.com/office/powerpoint/2010/main" val="130024953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Half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49" hasCustomPrompt="1"/>
          </p:nvPr>
        </p:nvSpPr>
        <p:spPr>
          <a:xfrm>
            <a:off x="7257" y="883"/>
            <a:ext cx="9144000" cy="2682875"/>
          </a:xfrm>
          <a:solidFill>
            <a:srgbClr val="EFEFEF"/>
          </a:solidFill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Insert a large image here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B1A5A8C-3602-598A-D6BE-C1EEEA316B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082799"/>
            <a:ext cx="4494809" cy="600959"/>
          </a:xfrm>
          <a:prstGeom prst="round1Rect">
            <a:avLst/>
          </a:prstGeom>
          <a:solidFill>
            <a:schemeClr val="tx2"/>
          </a:solidFill>
        </p:spPr>
        <p:txBody>
          <a:bodyPr lIns="274320" anchor="ctr"/>
          <a:lstStyle>
            <a:lvl1pPr algn="l">
              <a:defRPr sz="2500"/>
            </a:lvl1pPr>
          </a:lstStyle>
          <a:p>
            <a:r>
              <a:rPr lang="en-US" dirty="0"/>
              <a:t>Title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43CE4DC-F9C6-A43C-28C6-13011655AA6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56644" y="2945885"/>
            <a:ext cx="4038166" cy="1780494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5F18EFF9-E0AC-CC7E-2764-B29737D0FE57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4788724" y="2945885"/>
            <a:ext cx="4038166" cy="1780494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B8DDF63-B0C1-97B0-7607-7753AB3540E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56644" y="4889633"/>
            <a:ext cx="2311525" cy="151020"/>
          </a:xfrm>
        </p:spPr>
        <p:txBody>
          <a:bodyPr>
            <a:noAutofit/>
          </a:bodyPr>
          <a:lstStyle>
            <a:lvl1pPr marL="0" indent="0">
              <a:buNone/>
              <a:defRPr sz="6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972765-270E-31B1-47C6-BD7C04EAF619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solidFill>
                  <a:schemeClr val="tx1"/>
                </a:solidFill>
              </a:rPr>
              <a:t>National Laboratory of the Rockies</a:t>
            </a:r>
            <a:r>
              <a:rPr lang="en-US" sz="750" baseline="0">
                <a:solidFill>
                  <a:schemeClr val="tx1"/>
                </a:solidFill>
              </a:rPr>
              <a:t>    </a:t>
            </a:r>
            <a:r>
              <a:rPr lang="en-US" sz="750">
                <a:solidFill>
                  <a:schemeClr val="tx1"/>
                </a:solidFill>
              </a:rPr>
              <a:t>|    </a:t>
            </a:r>
            <a:fld id="{BFD71CF8-5198-8441-A7C0-DC22FD64CBE4}" type="slidenum">
              <a:rPr lang="en-US" sz="750" smtClean="0">
                <a:solidFill>
                  <a:schemeClr val="tx1"/>
                </a:solidFill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07622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Half Blue - Half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3C7420-D1E3-2748-83F1-0C3F1C99A95C}"/>
              </a:ext>
            </a:extLst>
          </p:cNvPr>
          <p:cNvSpPr/>
          <p:nvPr userDrawn="1"/>
        </p:nvSpPr>
        <p:spPr>
          <a:xfrm>
            <a:off x="0" y="3205163"/>
            <a:ext cx="9144000" cy="1939054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94E0F-43B5-0F46-B097-5F1C5C7C3C69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0" y="0"/>
            <a:ext cx="9144000" cy="3205163"/>
          </a:xfrm>
          <a:solidFill>
            <a:srgbClr val="EFEFEF"/>
          </a:solidFill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D2CA1365-BAC8-78C8-B53B-C8BF3C8FB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644" y="3542888"/>
            <a:ext cx="3331029" cy="1110342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defRPr sz="25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F16797-31E5-332D-8BC8-939C4AAC29EC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solidFill>
                  <a:schemeClr val="bg1"/>
                </a:solidFill>
              </a:rPr>
              <a:t>National Laboratory of the Rockies</a:t>
            </a:r>
            <a:r>
              <a:rPr lang="en-US" sz="750" baseline="0">
                <a:solidFill>
                  <a:schemeClr val="bg1"/>
                </a:solidFill>
              </a:rPr>
              <a:t>    </a:t>
            </a:r>
            <a:r>
              <a:rPr lang="en-US" sz="750">
                <a:solidFill>
                  <a:schemeClr val="bg1"/>
                </a:solidFill>
              </a:rPr>
              <a:t>|    </a:t>
            </a:r>
            <a:fld id="{BFD71CF8-5198-8441-A7C0-DC22FD64CBE4}" type="slidenum">
              <a:rPr lang="en-US" sz="750" smtClean="0">
                <a:solidFill>
                  <a:schemeClr val="bg1"/>
                </a:solidFill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solidFill>
                <a:schemeClr val="bg1"/>
              </a:solidFill>
            </a:endParaRP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1A63C524-155C-BBFE-66FC-89BCF27678AA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4105535" y="3536242"/>
            <a:ext cx="4661648" cy="1304272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F1706B6F-85EE-58E7-0392-254E9705436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56644" y="4889633"/>
            <a:ext cx="2104119" cy="158630"/>
          </a:xfrm>
        </p:spPr>
        <p:txBody>
          <a:bodyPr>
            <a:noAutofit/>
          </a:bodyPr>
          <a:lstStyle>
            <a:lvl1pPr marL="0" indent="0">
              <a:buNone/>
              <a:defRPr sz="6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</p:spTree>
    <p:extLst>
      <p:ext uri="{BB962C8B-B14F-4D97-AF65-F5344CB8AC3E}">
        <p14:creationId xmlns:p14="http://schemas.microsoft.com/office/powerpoint/2010/main" val="2705063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68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Half Blue, Half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3C7420-D1E3-2748-83F1-0C3F1C99A95C}"/>
              </a:ext>
            </a:extLst>
          </p:cNvPr>
          <p:cNvSpPr/>
          <p:nvPr userDrawn="1"/>
        </p:nvSpPr>
        <p:spPr>
          <a:xfrm>
            <a:off x="0" y="3204446"/>
            <a:ext cx="9144000" cy="1939054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F8E801-C21C-E943-9A0D-715C66D645FB}"/>
              </a:ext>
            </a:extLst>
          </p:cNvPr>
          <p:cNvSpPr/>
          <p:nvPr userDrawn="1"/>
        </p:nvSpPr>
        <p:spPr>
          <a:xfrm>
            <a:off x="0" y="0"/>
            <a:ext cx="9144000" cy="3204446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7D88D45-FB85-42C7-BC0A-8E60CF8D2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644" y="3542888"/>
            <a:ext cx="3328416" cy="1106424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defRPr sz="25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7D67B5D-5329-2E44-614F-CA5501D8249B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456644" y="582856"/>
            <a:ext cx="4663440" cy="228600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622128B2-D8A5-692C-2374-4D147DC39078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4104751" y="3521598"/>
            <a:ext cx="4581144" cy="1298448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D9BA69-7500-759F-7486-0B527B74901E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solidFill>
                  <a:schemeClr val="bg1"/>
                </a:solidFill>
              </a:rPr>
              <a:t>National Laboratory of the Rockies</a:t>
            </a:r>
            <a:r>
              <a:rPr lang="en-US" sz="750" baseline="0">
                <a:solidFill>
                  <a:schemeClr val="bg1"/>
                </a:solidFill>
              </a:rPr>
              <a:t>    </a:t>
            </a:r>
            <a:r>
              <a:rPr lang="en-US" sz="750">
                <a:solidFill>
                  <a:schemeClr val="bg1"/>
                </a:solidFill>
              </a:rPr>
              <a:t>|    </a:t>
            </a:r>
            <a:fld id="{BFD71CF8-5198-8441-A7C0-DC22FD64CBE4}" type="slidenum">
              <a:rPr lang="en-US" sz="750" smtClean="0">
                <a:solidFill>
                  <a:schemeClr val="bg1"/>
                </a:solidFill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solidFill>
                <a:schemeClr val="bg1"/>
              </a:solidFill>
            </a:endParaRP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705BC830-7436-B3FC-AA6B-21AC73B889F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56644" y="4889633"/>
            <a:ext cx="2104119" cy="158630"/>
          </a:xfrm>
        </p:spPr>
        <p:txBody>
          <a:bodyPr>
            <a:noAutofit/>
          </a:bodyPr>
          <a:lstStyle>
            <a:lvl1pPr marL="0" indent="0">
              <a:buNone/>
              <a:defRPr sz="6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</p:spTree>
    <p:extLst>
      <p:ext uri="{BB962C8B-B14F-4D97-AF65-F5344CB8AC3E}">
        <p14:creationId xmlns:p14="http://schemas.microsoft.com/office/powerpoint/2010/main" val="29590689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68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Half Blue, Half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3C7420-D1E3-2748-83F1-0C3F1C99A95C}"/>
              </a:ext>
            </a:extLst>
          </p:cNvPr>
          <p:cNvSpPr/>
          <p:nvPr userDrawn="1"/>
        </p:nvSpPr>
        <p:spPr>
          <a:xfrm>
            <a:off x="0" y="3204446"/>
            <a:ext cx="9144000" cy="1939054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D3272D3-1563-408A-9F95-5911769F6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725" y="3542887"/>
            <a:ext cx="3328416" cy="1106424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defRPr sz="25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2893015-4F05-E217-3E5E-6EA469CBCA76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41945" y="583981"/>
            <a:ext cx="4663440" cy="228600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AC2ECD-612B-5E68-1983-6FB1054132F3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4104751" y="3521862"/>
            <a:ext cx="4224528" cy="1298448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41D6D1-5CD2-9810-89E1-726B066A4BE4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solidFill>
                  <a:schemeClr val="bg1"/>
                </a:solidFill>
              </a:rPr>
              <a:t>National Laboratory of the Rockies</a:t>
            </a:r>
            <a:r>
              <a:rPr lang="en-US" sz="750" baseline="0">
                <a:solidFill>
                  <a:schemeClr val="bg1"/>
                </a:solidFill>
              </a:rPr>
              <a:t>    </a:t>
            </a:r>
            <a:r>
              <a:rPr lang="en-US" sz="750">
                <a:solidFill>
                  <a:schemeClr val="bg1"/>
                </a:solidFill>
              </a:rPr>
              <a:t>|    </a:t>
            </a:r>
            <a:fld id="{BFD71CF8-5198-8441-A7C0-DC22FD64CBE4}" type="slidenum">
              <a:rPr lang="en-US" sz="750" smtClean="0">
                <a:solidFill>
                  <a:schemeClr val="bg1"/>
                </a:solidFill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00755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BAE40"/>
          </p15:clr>
        </p15:guide>
        <p15:guide id="2" orient="horz" pos="2268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1/4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3C7420-D1E3-2748-83F1-0C3F1C99A95C}"/>
              </a:ext>
            </a:extLst>
          </p:cNvPr>
          <p:cNvSpPr/>
          <p:nvPr userDrawn="1"/>
        </p:nvSpPr>
        <p:spPr>
          <a:xfrm>
            <a:off x="0" y="4152614"/>
            <a:ext cx="9144000" cy="99088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F8E801-C21C-E943-9A0D-715C66D645FB}"/>
              </a:ext>
            </a:extLst>
          </p:cNvPr>
          <p:cNvSpPr/>
          <p:nvPr userDrawn="1"/>
        </p:nvSpPr>
        <p:spPr>
          <a:xfrm>
            <a:off x="0" y="0"/>
            <a:ext cx="9144000" cy="4152614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A75F658F-F273-41B3-ACB3-9D303C6CD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286553"/>
            <a:ext cx="3308350" cy="744424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defRPr sz="25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CEE8785B-1579-4206-A28B-023A6726B479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4105261" y="4298969"/>
            <a:ext cx="4641850" cy="448409"/>
          </a:xfrm>
        </p:spPr>
        <p:txBody>
          <a:bodyPr lIns="0" tIns="0" rIns="0">
            <a:normAutofit/>
          </a:bodyPr>
          <a:lstStyle>
            <a:lvl1pP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6398B08-C541-AC03-D7BA-89980829E4BB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474958" y="582612"/>
            <a:ext cx="4663440" cy="228600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9693A5-106B-EBE2-0277-5304EB612F9E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solidFill>
                  <a:schemeClr val="bg1"/>
                </a:solidFill>
              </a:rPr>
              <a:t>National Laboratory of the Rockies</a:t>
            </a:r>
            <a:r>
              <a:rPr lang="en-US" sz="750" baseline="0">
                <a:solidFill>
                  <a:schemeClr val="bg1"/>
                </a:solidFill>
              </a:rPr>
              <a:t>    </a:t>
            </a:r>
            <a:r>
              <a:rPr lang="en-US" sz="750">
                <a:solidFill>
                  <a:schemeClr val="bg1"/>
                </a:solidFill>
              </a:rPr>
              <a:t>|    </a:t>
            </a:r>
            <a:fld id="{BFD71CF8-5198-8441-A7C0-DC22FD64CBE4}" type="slidenum">
              <a:rPr lang="en-US" sz="750" smtClean="0">
                <a:solidFill>
                  <a:schemeClr val="bg1"/>
                </a:solidFill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12554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1/4 blu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3C7420-D1E3-2748-83F1-0C3F1C99A95C}"/>
              </a:ext>
            </a:extLst>
          </p:cNvPr>
          <p:cNvSpPr/>
          <p:nvPr userDrawn="1"/>
        </p:nvSpPr>
        <p:spPr>
          <a:xfrm>
            <a:off x="0" y="4152614"/>
            <a:ext cx="9144000" cy="99088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9A29C17-CD58-45DF-9097-FE42DFA0C9BA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474959" y="582613"/>
            <a:ext cx="4663440" cy="2286000"/>
          </a:xfrm>
        </p:spPr>
        <p:txBody>
          <a:bodyPr lIns="0" tIns="0" rIns="0" bIns="0"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4C4210-7459-5AC3-8DF6-701132C83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286553"/>
            <a:ext cx="3308350" cy="744424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defRPr sz="25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A7752E0B-A3B6-21AE-9429-49BAAB133370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4105261" y="4298969"/>
            <a:ext cx="4641850" cy="448409"/>
          </a:xfrm>
        </p:spPr>
        <p:txBody>
          <a:bodyPr lIns="0" tIns="0" rIns="0">
            <a:normAutofit/>
          </a:bodyPr>
          <a:lstStyle>
            <a:lvl1pP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49A733-2D0F-C5A4-0491-9681B311B6EE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solidFill>
                  <a:schemeClr val="bg1"/>
                </a:solidFill>
              </a:rPr>
              <a:t>National Laboratory of the Rockies</a:t>
            </a:r>
            <a:r>
              <a:rPr lang="en-US" sz="750" baseline="0">
                <a:solidFill>
                  <a:schemeClr val="bg1"/>
                </a:solidFill>
              </a:rPr>
              <a:t>    </a:t>
            </a:r>
            <a:r>
              <a:rPr lang="en-US" sz="750">
                <a:solidFill>
                  <a:schemeClr val="bg1"/>
                </a:solidFill>
              </a:rPr>
              <a:t>|    </a:t>
            </a:r>
            <a:fld id="{BFD71CF8-5198-8441-A7C0-DC22FD64CBE4}" type="slidenum">
              <a:rPr lang="en-US" sz="750" smtClean="0">
                <a:solidFill>
                  <a:schemeClr val="bg1"/>
                </a:solidFill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534318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1/3 blue,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94E0F-43B5-0F46-B097-5F1C5C7C3C69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3226702" y="0"/>
            <a:ext cx="5917298" cy="5143500"/>
          </a:xfrm>
          <a:solidFill>
            <a:schemeClr val="bg2"/>
          </a:solidFill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832604-F597-CE4C-9045-0EDB4883F306}"/>
              </a:ext>
            </a:extLst>
          </p:cNvPr>
          <p:cNvSpPr/>
          <p:nvPr userDrawn="1"/>
        </p:nvSpPr>
        <p:spPr>
          <a:xfrm>
            <a:off x="0" y="0"/>
            <a:ext cx="3226702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CE9686F-E66D-461E-AC4C-5FD554E27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737" y="515649"/>
            <a:ext cx="2560320" cy="1828800"/>
          </a:xfrm>
          <a:prstGeom prst="rect">
            <a:avLst/>
          </a:prstGeom>
          <a:noFill/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sz="25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CFE6108-195D-3AED-B0F0-BDF908E498BA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371737" y="2941154"/>
            <a:ext cx="2560320" cy="194875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67187C-EAD8-1E61-9962-5AE3823912D6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0FBC13C3-7C60-BE34-38A2-C36952BFF67F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466544" y="4889633"/>
            <a:ext cx="2104119" cy="158630"/>
          </a:xfrm>
        </p:spPr>
        <p:txBody>
          <a:bodyPr>
            <a:noAutofit/>
          </a:bodyPr>
          <a:lstStyle>
            <a:lvl1pPr marL="0" indent="0">
              <a:buNone/>
              <a:defRPr sz="6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 dirty="0"/>
              <a:t>Photo/Image Credit</a:t>
            </a:r>
          </a:p>
        </p:txBody>
      </p:sp>
    </p:spTree>
    <p:extLst>
      <p:ext uri="{BB962C8B-B14F-4D97-AF65-F5344CB8AC3E}">
        <p14:creationId xmlns:p14="http://schemas.microsoft.com/office/powerpoint/2010/main" val="1075242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1/4 blue,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94E0F-43B5-0F46-B097-5F1C5C7C3C69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1499347" y="0"/>
            <a:ext cx="7644653" cy="5143500"/>
          </a:xfrm>
          <a:solidFill>
            <a:schemeClr val="bg2"/>
          </a:solidFill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832604-F597-CE4C-9045-0EDB4883F306}"/>
              </a:ext>
            </a:extLst>
          </p:cNvPr>
          <p:cNvSpPr/>
          <p:nvPr userDrawn="1"/>
        </p:nvSpPr>
        <p:spPr>
          <a:xfrm>
            <a:off x="-1" y="0"/>
            <a:ext cx="1499616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2F0677-99AF-14F1-F6C6-B4B4C7673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459" y="477398"/>
            <a:ext cx="1098047" cy="1828800"/>
          </a:xfrm>
          <a:prstGeom prst="rect">
            <a:avLst/>
          </a:prstGeom>
          <a:noFill/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B58745-A1F2-18C6-DF3B-A0C108BEEC66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ACB8336F-32E4-611C-10C3-4649525F213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741158" y="4889633"/>
            <a:ext cx="2104119" cy="158630"/>
          </a:xfrm>
        </p:spPr>
        <p:txBody>
          <a:bodyPr>
            <a:noAutofit/>
          </a:bodyPr>
          <a:lstStyle>
            <a:lvl1pPr marL="0" indent="0">
              <a:buNone/>
              <a:defRPr sz="6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 dirty="0"/>
              <a:t>Photo/Image Credit</a:t>
            </a:r>
          </a:p>
        </p:txBody>
      </p:sp>
    </p:spTree>
    <p:extLst>
      <p:ext uri="{BB962C8B-B14F-4D97-AF65-F5344CB8AC3E}">
        <p14:creationId xmlns:p14="http://schemas.microsoft.com/office/powerpoint/2010/main" val="166630834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 gold tab,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94E0F-43B5-0F46-B097-5F1C5C7C3C69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749807" y="0"/>
            <a:ext cx="8394193" cy="5143500"/>
          </a:xfr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832604-F597-CE4C-9045-0EDB4883F306}"/>
              </a:ext>
            </a:extLst>
          </p:cNvPr>
          <p:cNvSpPr/>
          <p:nvPr userDrawn="1"/>
        </p:nvSpPr>
        <p:spPr>
          <a:xfrm>
            <a:off x="-1" y="0"/>
            <a:ext cx="749808" cy="51435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E894BAA-0327-4892-AB75-34DCB16A209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92660" y="4886727"/>
            <a:ext cx="2779713" cy="11481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00" i="1">
                <a:solidFill>
                  <a:srgbClr val="C0C0C0"/>
                </a:solidFill>
              </a:defRPr>
            </a:lvl1pPr>
            <a:lvl2pPr marL="233362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2pPr>
            <a:lvl3pPr marL="458787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3pPr>
            <a:lvl4pPr marL="688975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4pPr>
            <a:lvl5pPr marL="914400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208986-FEE2-BB0A-38A4-BDAEF1C64A2A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</p:spTree>
    <p:extLst>
      <p:ext uri="{BB962C8B-B14F-4D97-AF65-F5344CB8AC3E}">
        <p14:creationId xmlns:p14="http://schemas.microsoft.com/office/powerpoint/2010/main" val="13312679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1/3 blu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808AC53-C403-F042-A661-2863C5AB400C}"/>
              </a:ext>
            </a:extLst>
          </p:cNvPr>
          <p:cNvSpPr/>
          <p:nvPr userDrawn="1"/>
        </p:nvSpPr>
        <p:spPr>
          <a:xfrm>
            <a:off x="3226702" y="0"/>
            <a:ext cx="5917298" cy="51435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832604-F597-CE4C-9045-0EDB4883F306}"/>
              </a:ext>
            </a:extLst>
          </p:cNvPr>
          <p:cNvSpPr/>
          <p:nvPr userDrawn="1"/>
        </p:nvSpPr>
        <p:spPr>
          <a:xfrm>
            <a:off x="0" y="0"/>
            <a:ext cx="3226702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BB39BF4-7072-4553-86C8-12D7D9B7A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234" y="508393"/>
            <a:ext cx="2560320" cy="1828800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lnSpc>
                <a:spcPct val="100000"/>
              </a:lnSpc>
              <a:defRPr sz="25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8EFFE661-D7A3-4C37-B357-433187842507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3593945" y="508393"/>
            <a:ext cx="5056632" cy="2187342"/>
          </a:xfrm>
        </p:spPr>
        <p:txBody>
          <a:bodyPr lIns="0" tIns="0" rIns="0" bIns="0">
            <a:norm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AF077-54D2-9477-158C-4436C07F9E04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372232" y="2939770"/>
            <a:ext cx="2560320" cy="19431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AC6BB4-4C1D-E09F-4285-4BB1E317D17A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</p:spTree>
    <p:extLst>
      <p:ext uri="{BB962C8B-B14F-4D97-AF65-F5344CB8AC3E}">
        <p14:creationId xmlns:p14="http://schemas.microsoft.com/office/powerpoint/2010/main" val="40196890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1/4 blu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808AC53-C403-F042-A661-2863C5AB400C}"/>
              </a:ext>
            </a:extLst>
          </p:cNvPr>
          <p:cNvSpPr/>
          <p:nvPr userDrawn="1"/>
        </p:nvSpPr>
        <p:spPr>
          <a:xfrm>
            <a:off x="1499614" y="0"/>
            <a:ext cx="7644385" cy="51435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E2A80C-EB6E-8C4C-AB43-79FC52672C2F}"/>
              </a:ext>
            </a:extLst>
          </p:cNvPr>
          <p:cNvSpPr/>
          <p:nvPr userDrawn="1"/>
        </p:nvSpPr>
        <p:spPr>
          <a:xfrm>
            <a:off x="-1" y="0"/>
            <a:ext cx="1499616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797EB37-03F4-449B-B968-0A9F893D5E03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2142061" y="478193"/>
            <a:ext cx="4600383" cy="2944368"/>
          </a:xfrm>
        </p:spPr>
        <p:txBody>
          <a:bodyPr lIns="0" tIns="0" rIns="0" bIns="0">
            <a:norm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79E2B33-0A98-2370-ADEA-B2EEAB6E8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776" y="477398"/>
            <a:ext cx="1093575" cy="1828800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lnSpc>
                <a:spcPct val="100000"/>
              </a:lnSpc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56DAAE-94D5-B061-538D-10611DF8C0CC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</p:spTree>
    <p:extLst>
      <p:ext uri="{BB962C8B-B14F-4D97-AF65-F5344CB8AC3E}">
        <p14:creationId xmlns:p14="http://schemas.microsoft.com/office/powerpoint/2010/main" val="99431812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gold tab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808AC53-C403-F042-A661-2863C5AB400C}"/>
              </a:ext>
            </a:extLst>
          </p:cNvPr>
          <p:cNvSpPr/>
          <p:nvPr userDrawn="1"/>
        </p:nvSpPr>
        <p:spPr>
          <a:xfrm>
            <a:off x="749807" y="0"/>
            <a:ext cx="8394193" cy="51435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FB4065-B034-894F-B2AD-10DA51A4FF51}"/>
              </a:ext>
            </a:extLst>
          </p:cNvPr>
          <p:cNvSpPr/>
          <p:nvPr userDrawn="1"/>
        </p:nvSpPr>
        <p:spPr>
          <a:xfrm>
            <a:off x="0" y="0"/>
            <a:ext cx="749808" cy="51435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BD73797-8DC2-4888-96F8-44B5CE03FB5C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1372203" y="500593"/>
            <a:ext cx="4641850" cy="1096962"/>
          </a:xfrm>
        </p:spPr>
        <p:txBody>
          <a:bodyPr lIns="0" tIns="0" rIns="0" bIns="0">
            <a:norm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AAC423-CB9B-EEBB-7601-9A8B3252AE95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</p:spTree>
    <p:extLst>
      <p:ext uri="{BB962C8B-B14F-4D97-AF65-F5344CB8AC3E}">
        <p14:creationId xmlns:p14="http://schemas.microsoft.com/office/powerpoint/2010/main" val="319812573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1/3 blue, tex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A832604-F597-CE4C-9045-0EDB4883F306}"/>
              </a:ext>
            </a:extLst>
          </p:cNvPr>
          <p:cNvSpPr/>
          <p:nvPr userDrawn="1"/>
        </p:nvSpPr>
        <p:spPr>
          <a:xfrm>
            <a:off x="0" y="0"/>
            <a:ext cx="3226702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4F110FF-8AA0-4EAA-B648-1E56466C209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3593947" y="508393"/>
            <a:ext cx="5057683" cy="2182317"/>
          </a:xfrm>
        </p:spPr>
        <p:txBody>
          <a:bodyPr lIns="0" tIns="0" rIns="0" bIns="0">
            <a:norm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01DA590-E34F-E95F-EA8F-25D429152E53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372232" y="2939770"/>
            <a:ext cx="2560320" cy="19431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15286F-2A29-ACB1-B45B-5FA5D51D6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234" y="508393"/>
            <a:ext cx="2560320" cy="1828800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lnSpc>
                <a:spcPct val="100000"/>
              </a:lnSpc>
              <a:defRPr sz="25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497A9C-A105-75A0-3CB4-2B747B7ED359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</p:spTree>
    <p:extLst>
      <p:ext uri="{BB962C8B-B14F-4D97-AF65-F5344CB8AC3E}">
        <p14:creationId xmlns:p14="http://schemas.microsoft.com/office/powerpoint/2010/main" val="30719999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1/4 blue, tex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8E2A80C-EB6E-8C4C-AB43-79FC52672C2F}"/>
              </a:ext>
            </a:extLst>
          </p:cNvPr>
          <p:cNvSpPr/>
          <p:nvPr userDrawn="1"/>
        </p:nvSpPr>
        <p:spPr>
          <a:xfrm>
            <a:off x="-1" y="0"/>
            <a:ext cx="1499616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C997782B-AD07-41D8-8B1A-C80B79091418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2137037" y="501506"/>
            <a:ext cx="4605407" cy="2945077"/>
          </a:xfrm>
        </p:spPr>
        <p:txBody>
          <a:bodyPr lIns="0" tIns="0" rIns="0" bIns="0">
            <a:norm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DE9B94A-10DF-F259-6211-361F39055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780" y="477405"/>
            <a:ext cx="1093572" cy="2198888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lnSpc>
                <a:spcPct val="100000"/>
              </a:lnSpc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107A43-F47C-2F30-47BB-AF2A7123E668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</p:spTree>
    <p:extLst>
      <p:ext uri="{BB962C8B-B14F-4D97-AF65-F5344CB8AC3E}">
        <p14:creationId xmlns:p14="http://schemas.microsoft.com/office/powerpoint/2010/main" val="356614887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gold tab, tex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AF46C4D-EA55-834D-A1ED-486FAB3B53C7}"/>
              </a:ext>
            </a:extLst>
          </p:cNvPr>
          <p:cNvSpPr/>
          <p:nvPr userDrawn="1"/>
        </p:nvSpPr>
        <p:spPr>
          <a:xfrm>
            <a:off x="-1" y="0"/>
            <a:ext cx="749808" cy="51435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90E8073-CA3E-42B8-B107-F7F3B0E99B63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1372203" y="500593"/>
            <a:ext cx="5013523" cy="3357974"/>
          </a:xfrm>
        </p:spPr>
        <p:txBody>
          <a:bodyPr lIns="0" tIns="0" rIns="0" bIns="0">
            <a:norm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EBE631-E7F3-1A30-303E-56D522E750CA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</p:spTree>
    <p:extLst>
      <p:ext uri="{BB962C8B-B14F-4D97-AF65-F5344CB8AC3E}">
        <p14:creationId xmlns:p14="http://schemas.microsoft.com/office/powerpoint/2010/main" val="127465312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3 are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94E0F-43B5-0F46-B097-5F1C5C7C3C69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3226702" y="0"/>
            <a:ext cx="5917298" cy="2571750"/>
          </a:xfrm>
          <a:solidFill>
            <a:schemeClr val="bg1"/>
          </a:solidFill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82B3A08-FCC1-87D5-1806-980B38E9CB45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3230423" y="2572134"/>
            <a:ext cx="5913577" cy="2571366"/>
          </a:xfrm>
          <a:solidFill>
            <a:schemeClr val="bg2"/>
          </a:solidFill>
        </p:spPr>
        <p:txBody>
          <a:bodyPr lIns="365760" tIns="365760" rIns="365760" bIns="36576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832604-F597-CE4C-9045-0EDB4883F306}"/>
              </a:ext>
            </a:extLst>
          </p:cNvPr>
          <p:cNvSpPr/>
          <p:nvPr userDrawn="1"/>
        </p:nvSpPr>
        <p:spPr>
          <a:xfrm>
            <a:off x="0" y="0"/>
            <a:ext cx="3226702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1E2549-C9BE-44EC-AF2A-C2344561DBFA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372233" y="2933144"/>
            <a:ext cx="2560320" cy="19430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F736489C-C527-2182-AA78-6C8EC3B4E358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3577197" y="2355711"/>
            <a:ext cx="2624820" cy="161402"/>
          </a:xfrm>
        </p:spPr>
        <p:txBody>
          <a:bodyPr>
            <a:noAutofit/>
          </a:bodyPr>
          <a:lstStyle>
            <a:lvl1pPr marL="0" indent="0">
              <a:buNone/>
              <a:defRPr sz="6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E2BC63-8716-7F87-EDEE-D627E7392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234" y="508393"/>
            <a:ext cx="2560320" cy="1828800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lnSpc>
                <a:spcPct val="100000"/>
              </a:lnSpc>
              <a:defRPr sz="25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F67997-FED8-3B31-3271-4D017476C118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</p:spTree>
    <p:extLst>
      <p:ext uri="{BB962C8B-B14F-4D97-AF65-F5344CB8AC3E}">
        <p14:creationId xmlns:p14="http://schemas.microsoft.com/office/powerpoint/2010/main" val="30279066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3 area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DB232DB-1D11-DE05-2972-F705A485DA84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1497012" y="2574036"/>
            <a:ext cx="7646987" cy="2569464"/>
          </a:xfrm>
          <a:solidFill>
            <a:schemeClr val="bg2"/>
          </a:solidFill>
        </p:spPr>
        <p:txBody>
          <a:bodyPr lIns="365760" tIns="365760" rIns="365760" bIns="6400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94E0F-43B5-0F46-B097-5F1C5C7C3C69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1499615" y="0"/>
            <a:ext cx="7644385" cy="2571750"/>
          </a:xfrm>
          <a:solidFill>
            <a:schemeClr val="bg1"/>
          </a:solidFill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BA21AF-1C86-484E-8C81-8214908BC04B}"/>
              </a:ext>
            </a:extLst>
          </p:cNvPr>
          <p:cNvSpPr/>
          <p:nvPr userDrawn="1"/>
        </p:nvSpPr>
        <p:spPr>
          <a:xfrm>
            <a:off x="-1" y="0"/>
            <a:ext cx="1499616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CC5C7B5-DFEC-E352-19F8-7DDB1DEC1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779" y="480012"/>
            <a:ext cx="1093572" cy="2084768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lnSpc>
                <a:spcPct val="100000"/>
              </a:lnSpc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96FE1DD-C9BA-0FD5-CAD0-1C4DA5AF9A71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789374" y="2315482"/>
            <a:ext cx="2404939" cy="161437"/>
          </a:xfrm>
        </p:spPr>
        <p:txBody>
          <a:bodyPr>
            <a:noAutofit/>
          </a:bodyPr>
          <a:lstStyle>
            <a:lvl1pPr marL="0" indent="0">
              <a:buNone/>
              <a:defRPr sz="6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89777C-D043-D70D-23A4-FC873B156280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</p:spTree>
    <p:extLst>
      <p:ext uri="{BB962C8B-B14F-4D97-AF65-F5344CB8AC3E}">
        <p14:creationId xmlns:p14="http://schemas.microsoft.com/office/powerpoint/2010/main" val="78341662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split with t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94E0F-43B5-0F46-B097-5F1C5C7C3C69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749807" y="0"/>
            <a:ext cx="8394193" cy="2571750"/>
          </a:xfrm>
          <a:solidFill>
            <a:schemeClr val="bg1"/>
          </a:solidFill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5AE2D25-9C7A-B2BA-D5DE-F13F7B8A3FFA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743578" y="2572379"/>
            <a:ext cx="8400422" cy="2571122"/>
          </a:xfrm>
          <a:solidFill>
            <a:schemeClr val="bg2"/>
          </a:solidFill>
        </p:spPr>
        <p:txBody>
          <a:bodyPr lIns="365760" tIns="365760" rIns="365760" bIns="6400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9804E5-74BF-BD47-85E5-EA49688872F8}"/>
              </a:ext>
            </a:extLst>
          </p:cNvPr>
          <p:cNvSpPr/>
          <p:nvPr userDrawn="1"/>
        </p:nvSpPr>
        <p:spPr>
          <a:xfrm>
            <a:off x="-1" y="0"/>
            <a:ext cx="749808" cy="51435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FBBF26-D9F9-B112-3BA8-59D2A642D54F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140574" y="2323167"/>
            <a:ext cx="1936049" cy="155122"/>
          </a:xfrm>
        </p:spPr>
        <p:txBody>
          <a:bodyPr>
            <a:noAutofit/>
          </a:bodyPr>
          <a:lstStyle>
            <a:lvl1pPr marL="0" indent="0">
              <a:buNone/>
              <a:defRPr sz="6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282CB7-1201-FE39-7E9A-084141E0CE2D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</p:spTree>
    <p:extLst>
      <p:ext uri="{BB962C8B-B14F-4D97-AF65-F5344CB8AC3E}">
        <p14:creationId xmlns:p14="http://schemas.microsoft.com/office/powerpoint/2010/main" val="68419081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3 areas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4C8B31-BC01-2C22-3ABA-BE59023BC63B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3227832" y="2566988"/>
            <a:ext cx="5916168" cy="2576512"/>
          </a:xfrm>
          <a:solidFill>
            <a:schemeClr val="bg2"/>
          </a:solidFill>
        </p:spPr>
        <p:txBody>
          <a:bodyPr lIns="365760" tIns="365760" rIns="365760" bIns="6400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832604-F597-CE4C-9045-0EDB4883F306}"/>
              </a:ext>
            </a:extLst>
          </p:cNvPr>
          <p:cNvSpPr/>
          <p:nvPr userDrawn="1"/>
        </p:nvSpPr>
        <p:spPr>
          <a:xfrm>
            <a:off x="0" y="0"/>
            <a:ext cx="3226702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A7A34F1A-F0DB-40F2-B360-EACF6348CA2D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3593948" y="560883"/>
            <a:ext cx="4886861" cy="1624634"/>
          </a:xfrm>
        </p:spPr>
        <p:txBody>
          <a:bodyPr lIns="0" tIns="0" rIns="0" bIns="0">
            <a:norm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1254CF-076C-8B1F-5ECD-2B998D963E3C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372234" y="2938517"/>
            <a:ext cx="2560320" cy="193852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132B55-1426-0C63-1A57-2709D8CD8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234" y="508393"/>
            <a:ext cx="2560320" cy="1828800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lnSpc>
                <a:spcPct val="100000"/>
              </a:lnSpc>
              <a:defRPr sz="25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62CFE1-1EC0-DA96-4144-8C0FB4069729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</p:spTree>
    <p:extLst>
      <p:ext uri="{BB962C8B-B14F-4D97-AF65-F5344CB8AC3E}">
        <p14:creationId xmlns:p14="http://schemas.microsoft.com/office/powerpoint/2010/main" val="16420683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3 areas, tex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EDA860-D395-9584-1BBA-D20571D1D2FE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1497204" y="2566988"/>
            <a:ext cx="7646796" cy="2576512"/>
          </a:xfrm>
          <a:solidFill>
            <a:schemeClr val="bg2"/>
          </a:solidFill>
        </p:spPr>
        <p:txBody>
          <a:bodyPr lIns="365760" tIns="365760" rIns="365760" bIns="6400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FAAD8C3-A811-7F49-ABE6-460F673A0377}"/>
              </a:ext>
            </a:extLst>
          </p:cNvPr>
          <p:cNvSpPr/>
          <p:nvPr userDrawn="1"/>
        </p:nvSpPr>
        <p:spPr>
          <a:xfrm>
            <a:off x="-1" y="0"/>
            <a:ext cx="1499616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DA16ECC7-95B6-4155-96E7-F0FFF0626F7E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1862198" y="513990"/>
            <a:ext cx="4641850" cy="1096962"/>
          </a:xfrm>
        </p:spPr>
        <p:txBody>
          <a:bodyPr lIns="0" tIns="0" rIns="0" bIns="0">
            <a:norm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34C92E-68E4-262B-F413-5E1B122DD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779" y="480011"/>
            <a:ext cx="1099751" cy="2107072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lnSpc>
                <a:spcPct val="100000"/>
              </a:lnSpc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4662C0-2AAB-725F-9E17-B54CCB5BA47D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</p:spTree>
    <p:extLst>
      <p:ext uri="{BB962C8B-B14F-4D97-AF65-F5344CB8AC3E}">
        <p14:creationId xmlns:p14="http://schemas.microsoft.com/office/powerpoint/2010/main" val="37670357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Split -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EB6990-0ED3-8B6A-CDDE-94E3134E15AB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743578" y="2571751"/>
            <a:ext cx="8400422" cy="2571750"/>
          </a:xfrm>
          <a:solidFill>
            <a:schemeClr val="bg2"/>
          </a:solidFill>
        </p:spPr>
        <p:txBody>
          <a:bodyPr lIns="365760" tIns="365760" rIns="365760" bIns="6400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DA16ECC7-95B6-4155-96E7-F0FFF0626F7E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1100569" y="515665"/>
            <a:ext cx="4501387" cy="1800480"/>
          </a:xfrm>
        </p:spPr>
        <p:txBody>
          <a:bodyPr lIns="0" tIns="0" rIns="0" bIns="0">
            <a:norm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87FD9B-4A46-4188-9F66-F09E1C0537B3}"/>
              </a:ext>
            </a:extLst>
          </p:cNvPr>
          <p:cNvSpPr/>
          <p:nvPr userDrawn="1"/>
        </p:nvSpPr>
        <p:spPr>
          <a:xfrm>
            <a:off x="-1" y="0"/>
            <a:ext cx="749808" cy="51435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62EB90-119F-7B7C-5472-16CE10A89780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</p:spTree>
    <p:extLst>
      <p:ext uri="{BB962C8B-B14F-4D97-AF65-F5344CB8AC3E}">
        <p14:creationId xmlns:p14="http://schemas.microsoft.com/office/powerpoint/2010/main" val="5010677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Slide - Multi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21" hasCustomPrompt="1"/>
          </p:nvPr>
        </p:nvSpPr>
        <p:spPr>
          <a:xfrm>
            <a:off x="457200" y="1391881"/>
            <a:ext cx="4123076" cy="2216292"/>
          </a:xfrm>
          <a:prstGeom prst="rect">
            <a:avLst/>
          </a:prstGeom>
          <a:solidFill>
            <a:schemeClr val="bg2"/>
          </a:solidFill>
        </p:spPr>
        <p:txBody>
          <a:bodyPr vert="horz"/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r>
              <a:rPr lang="en-US"/>
              <a:t>Insert Photo</a:t>
            </a: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22" hasCustomPrompt="1"/>
          </p:nvPr>
        </p:nvSpPr>
        <p:spPr>
          <a:xfrm>
            <a:off x="4825308" y="182880"/>
            <a:ext cx="3871998" cy="1835390"/>
          </a:xfrm>
          <a:prstGeom prst="rect">
            <a:avLst/>
          </a:prstGeom>
          <a:solidFill>
            <a:schemeClr val="bg2"/>
          </a:solidFill>
        </p:spPr>
        <p:txBody>
          <a:bodyPr vert="horz"/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r>
              <a:rPr lang="en-US"/>
              <a:t>Insert Photo</a:t>
            </a:r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23" hasCustomPrompt="1"/>
          </p:nvPr>
        </p:nvSpPr>
        <p:spPr>
          <a:xfrm>
            <a:off x="4825308" y="2479946"/>
            <a:ext cx="3871998" cy="1952011"/>
          </a:xfrm>
          <a:prstGeom prst="rect">
            <a:avLst/>
          </a:prstGeom>
          <a:solidFill>
            <a:schemeClr val="bg2"/>
          </a:solidFill>
        </p:spPr>
        <p:txBody>
          <a:bodyPr vert="horz"/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r>
              <a:rPr lang="en-US"/>
              <a:t>Insert Photo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70C75BF-C07C-47CD-BC98-DC5F9CA1E633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457200" y="4027648"/>
            <a:ext cx="4122738" cy="725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DF822E2-A016-4350-A90C-517C3974F4D8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4826000" y="2086495"/>
            <a:ext cx="3871913" cy="21538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344F37C-48C1-4A08-9DB4-76F621838FAD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4826000" y="4497388"/>
            <a:ext cx="3871913" cy="25558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136E55-7DE3-D2CF-8B1B-394D8F969FED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BBB907DC-C079-0123-DD1A-323F021F5BFE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56644" y="3659280"/>
            <a:ext cx="4122738" cy="303120"/>
          </a:xfrm>
        </p:spPr>
        <p:txBody>
          <a:bodyPr>
            <a:noAutofit/>
          </a:bodyPr>
          <a:lstStyle>
            <a:lvl1pPr marL="0" indent="0">
              <a:buNone/>
              <a:defRPr sz="6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56C6DF-5712-3B83-D9C6-A3F190933DFF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20">
            <a:extLst>
              <a:ext uri="{FF2B5EF4-FFF2-40B4-BE49-F238E27FC236}">
                <a16:creationId xmlns:a16="http://schemas.microsoft.com/office/drawing/2014/main" id="{0CB0A2CE-6867-0AF8-FC16-F279FFB8F7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4579382" cy="1139377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lnSpc>
                <a:spcPct val="100000"/>
              </a:lnSpc>
              <a:defRPr sz="2500"/>
            </a:lvl1pPr>
          </a:lstStyle>
          <a:p>
            <a:r>
              <a:rPr lang="en-US" dirty="0"/>
              <a:t>Photo Slide</a:t>
            </a:r>
          </a:p>
        </p:txBody>
      </p:sp>
    </p:spTree>
    <p:extLst>
      <p:ext uri="{BB962C8B-B14F-4D97-AF65-F5344CB8AC3E}">
        <p14:creationId xmlns:p14="http://schemas.microsoft.com/office/powerpoint/2010/main" val="182824233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anization/Peop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1A529BD-0885-4573-99C8-4157FC9C40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1766" y="1592817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06213BBD-3855-4B0B-8A84-51E9FC1372D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80720" y="1592816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67D606CB-34C0-401F-875B-BEEEDC0345F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129674" y="1592815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761B2D16-15AF-42DD-BA50-78E34CF6265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978628" y="1592814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22A3C1B0-1F07-463E-92DE-7FE5C13FEC5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27582" y="1592813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7847C206-E8D5-4795-A08D-E50DEA08FF0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76536" y="1592812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6C1C3C0A-A4E2-4436-8A46-289CEC4F77E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525490" y="1592811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BDF8D528-E9EA-4E35-8491-F6A99789128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374444" y="1592810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21D1C5A0-CC5F-476B-B4BA-09FD03598BB7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223398" y="1592809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CA0A3023-3E60-4D2C-A931-CC328FE9FE1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072352" y="1592808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224671-09ED-4FA8-983D-EAD721B0D10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71475" y="2318970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4FF7F23A-1789-43BF-B20F-65A7ECB89F7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1475" y="263220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09C0580B-145C-42FD-AA24-171E95A5D6D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20429" y="2318970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3A792742-716F-429B-A7B2-985D160C97A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20429" y="263220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D25B8AE-4C6F-454E-88CF-0FBA4D1E3CE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069383" y="2318970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272C8DB5-CC3D-4211-BD80-67AF8CD8F87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069383" y="263220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192D8796-494D-46E1-BB4E-702BA3AF11B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918337" y="2318970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CB459A2-2E74-4103-9617-5F6B5F60CA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918337" y="263220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0FEAE40C-B15B-406F-B301-2122D5E97BB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767291" y="2318970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8734984E-F8D3-4C71-AE4B-7FCB18E02FB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767291" y="263220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679171E4-ECF2-4F6C-AF1D-338215896F8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616245" y="2318970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251809F2-386E-41F8-9724-BC4D70B0152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616245" y="263220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95055070-C0E0-4AED-A9A4-78BE4ECD667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65199" y="2318970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6C5032EB-34C8-4285-BB30-E7E2D0BB721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65199" y="263220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FDC5A0C0-AA66-40BE-B5B4-DBA6456BB25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314153" y="2318970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82125138-D56F-49B0-9B8B-7D74BAD1FCA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314153" y="263220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7AB0C0AB-3AF1-4A3A-B3D2-CF2E51B568C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163107" y="2318970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077718C7-54C4-4992-BA81-1584EEBDF79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163107" y="263220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3D74D20D-C671-4447-B31D-667B7696D6D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012061" y="2318970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2C6140A0-C70B-40E0-B1BB-0E20C267AFF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012061" y="263220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67" name="Picture Placeholder 5">
            <a:extLst>
              <a:ext uri="{FF2B5EF4-FFF2-40B4-BE49-F238E27FC236}">
                <a16:creationId xmlns:a16="http://schemas.microsoft.com/office/drawing/2014/main" id="{AFF61686-D651-41DC-80B3-15BC8C883188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431766" y="3206547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8" name="Picture Placeholder 5">
            <a:extLst>
              <a:ext uri="{FF2B5EF4-FFF2-40B4-BE49-F238E27FC236}">
                <a16:creationId xmlns:a16="http://schemas.microsoft.com/office/drawing/2014/main" id="{45A17B8C-890F-4D15-B663-D63CB5DA7A2E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280720" y="3206546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9" name="Picture Placeholder 5">
            <a:extLst>
              <a:ext uri="{FF2B5EF4-FFF2-40B4-BE49-F238E27FC236}">
                <a16:creationId xmlns:a16="http://schemas.microsoft.com/office/drawing/2014/main" id="{B3B0BC5C-C645-4CC6-BDB7-28346D701A5C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2129674" y="3206545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0" name="Picture Placeholder 5">
            <a:extLst>
              <a:ext uri="{FF2B5EF4-FFF2-40B4-BE49-F238E27FC236}">
                <a16:creationId xmlns:a16="http://schemas.microsoft.com/office/drawing/2014/main" id="{80487772-0E40-4BFF-B691-18C353E4597C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2978628" y="3206544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1" name="Picture Placeholder 5">
            <a:extLst>
              <a:ext uri="{FF2B5EF4-FFF2-40B4-BE49-F238E27FC236}">
                <a16:creationId xmlns:a16="http://schemas.microsoft.com/office/drawing/2014/main" id="{6F16B967-D687-4D64-86A3-7A63BEED5AB6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3827582" y="3206543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2" name="Picture Placeholder 5">
            <a:extLst>
              <a:ext uri="{FF2B5EF4-FFF2-40B4-BE49-F238E27FC236}">
                <a16:creationId xmlns:a16="http://schemas.microsoft.com/office/drawing/2014/main" id="{D736DCBA-5A05-47F6-8FE4-54771D84718E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4676536" y="3206542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3" name="Picture Placeholder 5">
            <a:extLst>
              <a:ext uri="{FF2B5EF4-FFF2-40B4-BE49-F238E27FC236}">
                <a16:creationId xmlns:a16="http://schemas.microsoft.com/office/drawing/2014/main" id="{A0150D37-1D94-4043-B18E-9F85DAB90873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5525490" y="3206541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4" name="Picture Placeholder 5">
            <a:extLst>
              <a:ext uri="{FF2B5EF4-FFF2-40B4-BE49-F238E27FC236}">
                <a16:creationId xmlns:a16="http://schemas.microsoft.com/office/drawing/2014/main" id="{8BA10313-44BD-4478-B928-0C2D33EF65E6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6374444" y="3206540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5" name="Picture Placeholder 5">
            <a:extLst>
              <a:ext uri="{FF2B5EF4-FFF2-40B4-BE49-F238E27FC236}">
                <a16:creationId xmlns:a16="http://schemas.microsoft.com/office/drawing/2014/main" id="{734ABE7A-035E-4AB1-96EC-5616F3F3A57C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7223398" y="3206539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6" name="Picture Placeholder 5">
            <a:extLst>
              <a:ext uri="{FF2B5EF4-FFF2-40B4-BE49-F238E27FC236}">
                <a16:creationId xmlns:a16="http://schemas.microsoft.com/office/drawing/2014/main" id="{61ECE862-920A-4ED4-A64D-25D8554CFB12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072352" y="3206538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5AD73573-9F8F-43AE-8A47-27A4EA66244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71475" y="3932700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78" name="Text Placeholder 4">
            <a:extLst>
              <a:ext uri="{FF2B5EF4-FFF2-40B4-BE49-F238E27FC236}">
                <a16:creationId xmlns:a16="http://schemas.microsoft.com/office/drawing/2014/main" id="{FD1D8420-9732-43E4-A647-55365C8BB9D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71475" y="424593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79" name="Text Placeholder 4">
            <a:extLst>
              <a:ext uri="{FF2B5EF4-FFF2-40B4-BE49-F238E27FC236}">
                <a16:creationId xmlns:a16="http://schemas.microsoft.com/office/drawing/2014/main" id="{CDB4A538-90E4-45C0-88A1-BF42454ADA8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220429" y="3932700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0" name="Text Placeholder 4">
            <a:extLst>
              <a:ext uri="{FF2B5EF4-FFF2-40B4-BE49-F238E27FC236}">
                <a16:creationId xmlns:a16="http://schemas.microsoft.com/office/drawing/2014/main" id="{871C4BA4-F38B-4357-B376-0D9AE045C18A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0429" y="424593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81" name="Text Placeholder 4">
            <a:extLst>
              <a:ext uri="{FF2B5EF4-FFF2-40B4-BE49-F238E27FC236}">
                <a16:creationId xmlns:a16="http://schemas.microsoft.com/office/drawing/2014/main" id="{1BB91304-BA43-4644-936D-E483439E9056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069383" y="3932700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2" name="Text Placeholder 4">
            <a:extLst>
              <a:ext uri="{FF2B5EF4-FFF2-40B4-BE49-F238E27FC236}">
                <a16:creationId xmlns:a16="http://schemas.microsoft.com/office/drawing/2014/main" id="{4D2B37AE-57BE-4850-A568-3B81DC5AE4DF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069383" y="424593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83" name="Text Placeholder 4">
            <a:extLst>
              <a:ext uri="{FF2B5EF4-FFF2-40B4-BE49-F238E27FC236}">
                <a16:creationId xmlns:a16="http://schemas.microsoft.com/office/drawing/2014/main" id="{4C580F9B-9071-44D6-85C2-8FB9C1D1325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918337" y="3932700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4" name="Text Placeholder 4">
            <a:extLst>
              <a:ext uri="{FF2B5EF4-FFF2-40B4-BE49-F238E27FC236}">
                <a16:creationId xmlns:a16="http://schemas.microsoft.com/office/drawing/2014/main" id="{672476A3-2700-4105-8E7A-4E5712FD0CD9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2918337" y="424593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85" name="Text Placeholder 4">
            <a:extLst>
              <a:ext uri="{FF2B5EF4-FFF2-40B4-BE49-F238E27FC236}">
                <a16:creationId xmlns:a16="http://schemas.microsoft.com/office/drawing/2014/main" id="{A4BE42C6-FFC9-4DDE-9412-F66D55630CA6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767291" y="3932700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6" name="Text Placeholder 4">
            <a:extLst>
              <a:ext uri="{FF2B5EF4-FFF2-40B4-BE49-F238E27FC236}">
                <a16:creationId xmlns:a16="http://schemas.microsoft.com/office/drawing/2014/main" id="{95A868D2-8BE5-483D-997D-3D1448609BCB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767291" y="424593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87" name="Text Placeholder 4">
            <a:extLst>
              <a:ext uri="{FF2B5EF4-FFF2-40B4-BE49-F238E27FC236}">
                <a16:creationId xmlns:a16="http://schemas.microsoft.com/office/drawing/2014/main" id="{0F0D0101-1FF2-40B3-B55B-03C7AFE53436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4616245" y="3932700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8" name="Text Placeholder 4">
            <a:extLst>
              <a:ext uri="{FF2B5EF4-FFF2-40B4-BE49-F238E27FC236}">
                <a16:creationId xmlns:a16="http://schemas.microsoft.com/office/drawing/2014/main" id="{2838039E-47F9-4CDB-ADD3-D89B88AE26C3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4616245" y="424593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89" name="Text Placeholder 4">
            <a:extLst>
              <a:ext uri="{FF2B5EF4-FFF2-40B4-BE49-F238E27FC236}">
                <a16:creationId xmlns:a16="http://schemas.microsoft.com/office/drawing/2014/main" id="{8C6019B0-EF3F-4235-BB75-0321019C9977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465199" y="3932700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90" name="Text Placeholder 4">
            <a:extLst>
              <a:ext uri="{FF2B5EF4-FFF2-40B4-BE49-F238E27FC236}">
                <a16:creationId xmlns:a16="http://schemas.microsoft.com/office/drawing/2014/main" id="{8509B39E-02B1-4A98-9349-46576A123CE3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465199" y="424593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91" name="Text Placeholder 4">
            <a:extLst>
              <a:ext uri="{FF2B5EF4-FFF2-40B4-BE49-F238E27FC236}">
                <a16:creationId xmlns:a16="http://schemas.microsoft.com/office/drawing/2014/main" id="{70091A78-D184-454C-8DA3-A6DC30A485B2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6314153" y="3932700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92" name="Text Placeholder 4">
            <a:extLst>
              <a:ext uri="{FF2B5EF4-FFF2-40B4-BE49-F238E27FC236}">
                <a16:creationId xmlns:a16="http://schemas.microsoft.com/office/drawing/2014/main" id="{E5C4BDA3-0DC2-4FF1-8335-37DE8780B636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6314153" y="424593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93" name="Text Placeholder 4">
            <a:extLst>
              <a:ext uri="{FF2B5EF4-FFF2-40B4-BE49-F238E27FC236}">
                <a16:creationId xmlns:a16="http://schemas.microsoft.com/office/drawing/2014/main" id="{667C31F9-9400-4AD5-B618-ACEB153E15AE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7163107" y="3932700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94" name="Text Placeholder 4">
            <a:extLst>
              <a:ext uri="{FF2B5EF4-FFF2-40B4-BE49-F238E27FC236}">
                <a16:creationId xmlns:a16="http://schemas.microsoft.com/office/drawing/2014/main" id="{8F08286F-AD3B-40EB-83EB-4D88A2F77C1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7163107" y="424593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95" name="Text Placeholder 4">
            <a:extLst>
              <a:ext uri="{FF2B5EF4-FFF2-40B4-BE49-F238E27FC236}">
                <a16:creationId xmlns:a16="http://schemas.microsoft.com/office/drawing/2014/main" id="{6BD1A057-FD7A-4636-8A1A-BCFBBEF481C8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8012061" y="3932700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96" name="Text Placeholder 4">
            <a:extLst>
              <a:ext uri="{FF2B5EF4-FFF2-40B4-BE49-F238E27FC236}">
                <a16:creationId xmlns:a16="http://schemas.microsoft.com/office/drawing/2014/main" id="{DAA59115-8F47-4FDF-9E38-E7F4C0107CE3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8012061" y="424593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12695A-47D5-A736-DD62-607969B0DDB1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4E2DC0-ABDF-6183-ACD0-8E1C8E1767A7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20">
            <a:extLst>
              <a:ext uri="{FF2B5EF4-FFF2-40B4-BE49-F238E27FC236}">
                <a16:creationId xmlns:a16="http://schemas.microsoft.com/office/drawing/2014/main" id="{640C9B6F-26ED-9D47-F62D-E3754B1018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6894287" cy="1139380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lnSpc>
                <a:spcPct val="100000"/>
              </a:lnSpc>
              <a:defRPr sz="2500"/>
            </a:lvl1pPr>
          </a:lstStyle>
          <a:p>
            <a:r>
              <a:rPr lang="en-US" dirty="0"/>
              <a:t>Organizational / People Slide</a:t>
            </a:r>
          </a:p>
        </p:txBody>
      </p:sp>
    </p:spTree>
    <p:extLst>
      <p:ext uri="{BB962C8B-B14F-4D97-AF65-F5344CB8AC3E}">
        <p14:creationId xmlns:p14="http://schemas.microsoft.com/office/powerpoint/2010/main" val="22760956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anization/Peop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1A529BD-0885-4573-99C8-4157FC9C40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1766" y="1252566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06213BBD-3855-4B0B-8A84-51E9FC1372D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80720" y="1252565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67D606CB-34C0-401F-875B-BEEEDC0345F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129674" y="1252564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761B2D16-15AF-42DD-BA50-78E34CF6265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978628" y="1252563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22A3C1B0-1F07-463E-92DE-7FE5C13FEC5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27582" y="1252562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7847C206-E8D5-4795-A08D-E50DEA08FF0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76536" y="1252561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6C1C3C0A-A4E2-4436-8A46-289CEC4F77E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525490" y="1252560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BDF8D528-E9EA-4E35-8491-F6A99789128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374444" y="1252559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21D1C5A0-CC5F-476B-B4BA-09FD03598BB7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223398" y="1252558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CA0A3023-3E60-4D2C-A931-CC328FE9FE1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072352" y="1252557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224671-09ED-4FA8-983D-EAD721B0D10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71475" y="1978719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4FF7F23A-1789-43BF-B20F-65A7ECB89F7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1475" y="229194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09C0580B-145C-42FD-AA24-171E95A5D6D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20429" y="1978719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3A792742-716F-429B-A7B2-985D160C97A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20429" y="229194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D25B8AE-4C6F-454E-88CF-0FBA4D1E3CE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069383" y="1978719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272C8DB5-CC3D-4211-BD80-67AF8CD8F87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069383" y="229194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192D8796-494D-46E1-BB4E-702BA3AF11B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918337" y="1978719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CB459A2-2E74-4103-9617-5F6B5F60CA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918337" y="229194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0FEAE40C-B15B-406F-B301-2122D5E97BB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767291" y="1978719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8734984E-F8D3-4C71-AE4B-7FCB18E02FB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767291" y="229194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679171E4-ECF2-4F6C-AF1D-338215896F8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616245" y="1978719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251809F2-386E-41F8-9724-BC4D70B0152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616245" y="229194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95055070-C0E0-4AED-A9A4-78BE4ECD667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65199" y="1978719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6C5032EB-34C8-4285-BB30-E7E2D0BB721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65199" y="229194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FDC5A0C0-AA66-40BE-B5B4-DBA6456BB25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314153" y="1978719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82125138-D56F-49B0-9B8B-7D74BAD1FCA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314153" y="229194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7AB0C0AB-3AF1-4A3A-B3D2-CF2E51B568C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163107" y="1978719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077718C7-54C4-4992-BA81-1584EEBDF79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163107" y="229194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3D74D20D-C671-4447-B31D-667B7696D6D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012061" y="1978719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2C6140A0-C70B-40E0-B1BB-0E20C267AFF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012061" y="229194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67" name="Picture Placeholder 5">
            <a:extLst>
              <a:ext uri="{FF2B5EF4-FFF2-40B4-BE49-F238E27FC236}">
                <a16:creationId xmlns:a16="http://schemas.microsoft.com/office/drawing/2014/main" id="{AFF61686-D651-41DC-80B3-15BC8C883188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431766" y="2866296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8" name="Picture Placeholder 5">
            <a:extLst>
              <a:ext uri="{FF2B5EF4-FFF2-40B4-BE49-F238E27FC236}">
                <a16:creationId xmlns:a16="http://schemas.microsoft.com/office/drawing/2014/main" id="{45A17B8C-890F-4D15-B663-D63CB5DA7A2E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280720" y="2866295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9" name="Picture Placeholder 5">
            <a:extLst>
              <a:ext uri="{FF2B5EF4-FFF2-40B4-BE49-F238E27FC236}">
                <a16:creationId xmlns:a16="http://schemas.microsoft.com/office/drawing/2014/main" id="{B3B0BC5C-C645-4CC6-BDB7-28346D701A5C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2129674" y="2866294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0" name="Picture Placeholder 5">
            <a:extLst>
              <a:ext uri="{FF2B5EF4-FFF2-40B4-BE49-F238E27FC236}">
                <a16:creationId xmlns:a16="http://schemas.microsoft.com/office/drawing/2014/main" id="{80487772-0E40-4BFF-B691-18C353E4597C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2978628" y="2866293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1" name="Picture Placeholder 5">
            <a:extLst>
              <a:ext uri="{FF2B5EF4-FFF2-40B4-BE49-F238E27FC236}">
                <a16:creationId xmlns:a16="http://schemas.microsoft.com/office/drawing/2014/main" id="{6F16B967-D687-4D64-86A3-7A63BEED5AB6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3827582" y="2866292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2" name="Picture Placeholder 5">
            <a:extLst>
              <a:ext uri="{FF2B5EF4-FFF2-40B4-BE49-F238E27FC236}">
                <a16:creationId xmlns:a16="http://schemas.microsoft.com/office/drawing/2014/main" id="{D736DCBA-5A05-47F6-8FE4-54771D84718E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4676536" y="2866291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3" name="Picture Placeholder 5">
            <a:extLst>
              <a:ext uri="{FF2B5EF4-FFF2-40B4-BE49-F238E27FC236}">
                <a16:creationId xmlns:a16="http://schemas.microsoft.com/office/drawing/2014/main" id="{A0150D37-1D94-4043-B18E-9F85DAB90873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5525490" y="2866290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4" name="Picture Placeholder 5">
            <a:extLst>
              <a:ext uri="{FF2B5EF4-FFF2-40B4-BE49-F238E27FC236}">
                <a16:creationId xmlns:a16="http://schemas.microsoft.com/office/drawing/2014/main" id="{8BA10313-44BD-4478-B928-0C2D33EF65E6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6374444" y="2866289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5" name="Picture Placeholder 5">
            <a:extLst>
              <a:ext uri="{FF2B5EF4-FFF2-40B4-BE49-F238E27FC236}">
                <a16:creationId xmlns:a16="http://schemas.microsoft.com/office/drawing/2014/main" id="{734ABE7A-035E-4AB1-96EC-5616F3F3A57C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7223398" y="2866288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6" name="Picture Placeholder 5">
            <a:extLst>
              <a:ext uri="{FF2B5EF4-FFF2-40B4-BE49-F238E27FC236}">
                <a16:creationId xmlns:a16="http://schemas.microsoft.com/office/drawing/2014/main" id="{61ECE862-920A-4ED4-A64D-25D8554CFB12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072352" y="2866287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5AD73573-9F8F-43AE-8A47-27A4EA66244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71475" y="3592449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78" name="Text Placeholder 4">
            <a:extLst>
              <a:ext uri="{FF2B5EF4-FFF2-40B4-BE49-F238E27FC236}">
                <a16:creationId xmlns:a16="http://schemas.microsoft.com/office/drawing/2014/main" id="{FD1D8420-9732-43E4-A647-55365C8BB9D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71475" y="390567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79" name="Text Placeholder 4">
            <a:extLst>
              <a:ext uri="{FF2B5EF4-FFF2-40B4-BE49-F238E27FC236}">
                <a16:creationId xmlns:a16="http://schemas.microsoft.com/office/drawing/2014/main" id="{CDB4A538-90E4-45C0-88A1-BF42454ADA8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220429" y="3592449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0" name="Text Placeholder 4">
            <a:extLst>
              <a:ext uri="{FF2B5EF4-FFF2-40B4-BE49-F238E27FC236}">
                <a16:creationId xmlns:a16="http://schemas.microsoft.com/office/drawing/2014/main" id="{871C4BA4-F38B-4357-B376-0D9AE045C18A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0429" y="390567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81" name="Text Placeholder 4">
            <a:extLst>
              <a:ext uri="{FF2B5EF4-FFF2-40B4-BE49-F238E27FC236}">
                <a16:creationId xmlns:a16="http://schemas.microsoft.com/office/drawing/2014/main" id="{1BB91304-BA43-4644-936D-E483439E9056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069383" y="3592449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2" name="Text Placeholder 4">
            <a:extLst>
              <a:ext uri="{FF2B5EF4-FFF2-40B4-BE49-F238E27FC236}">
                <a16:creationId xmlns:a16="http://schemas.microsoft.com/office/drawing/2014/main" id="{4D2B37AE-57BE-4850-A568-3B81DC5AE4DF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069383" y="390567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83" name="Text Placeholder 4">
            <a:extLst>
              <a:ext uri="{FF2B5EF4-FFF2-40B4-BE49-F238E27FC236}">
                <a16:creationId xmlns:a16="http://schemas.microsoft.com/office/drawing/2014/main" id="{4C580F9B-9071-44D6-85C2-8FB9C1D1325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918337" y="3592449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4" name="Text Placeholder 4">
            <a:extLst>
              <a:ext uri="{FF2B5EF4-FFF2-40B4-BE49-F238E27FC236}">
                <a16:creationId xmlns:a16="http://schemas.microsoft.com/office/drawing/2014/main" id="{672476A3-2700-4105-8E7A-4E5712FD0CD9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2918337" y="390567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85" name="Text Placeholder 4">
            <a:extLst>
              <a:ext uri="{FF2B5EF4-FFF2-40B4-BE49-F238E27FC236}">
                <a16:creationId xmlns:a16="http://schemas.microsoft.com/office/drawing/2014/main" id="{A4BE42C6-FFC9-4DDE-9412-F66D55630CA6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767291" y="3592449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6" name="Text Placeholder 4">
            <a:extLst>
              <a:ext uri="{FF2B5EF4-FFF2-40B4-BE49-F238E27FC236}">
                <a16:creationId xmlns:a16="http://schemas.microsoft.com/office/drawing/2014/main" id="{95A868D2-8BE5-483D-997D-3D1448609BCB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767291" y="390567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87" name="Text Placeholder 4">
            <a:extLst>
              <a:ext uri="{FF2B5EF4-FFF2-40B4-BE49-F238E27FC236}">
                <a16:creationId xmlns:a16="http://schemas.microsoft.com/office/drawing/2014/main" id="{0F0D0101-1FF2-40B3-B55B-03C7AFE53436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4616245" y="3592449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8" name="Text Placeholder 4">
            <a:extLst>
              <a:ext uri="{FF2B5EF4-FFF2-40B4-BE49-F238E27FC236}">
                <a16:creationId xmlns:a16="http://schemas.microsoft.com/office/drawing/2014/main" id="{2838039E-47F9-4CDB-ADD3-D89B88AE26C3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4616245" y="390567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89" name="Text Placeholder 4">
            <a:extLst>
              <a:ext uri="{FF2B5EF4-FFF2-40B4-BE49-F238E27FC236}">
                <a16:creationId xmlns:a16="http://schemas.microsoft.com/office/drawing/2014/main" id="{8C6019B0-EF3F-4235-BB75-0321019C9977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465199" y="3592449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90" name="Text Placeholder 4">
            <a:extLst>
              <a:ext uri="{FF2B5EF4-FFF2-40B4-BE49-F238E27FC236}">
                <a16:creationId xmlns:a16="http://schemas.microsoft.com/office/drawing/2014/main" id="{8509B39E-02B1-4A98-9349-46576A123CE3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465199" y="390567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91" name="Text Placeholder 4">
            <a:extLst>
              <a:ext uri="{FF2B5EF4-FFF2-40B4-BE49-F238E27FC236}">
                <a16:creationId xmlns:a16="http://schemas.microsoft.com/office/drawing/2014/main" id="{70091A78-D184-454C-8DA3-A6DC30A485B2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6314153" y="3592449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92" name="Text Placeholder 4">
            <a:extLst>
              <a:ext uri="{FF2B5EF4-FFF2-40B4-BE49-F238E27FC236}">
                <a16:creationId xmlns:a16="http://schemas.microsoft.com/office/drawing/2014/main" id="{E5C4BDA3-0DC2-4FF1-8335-37DE8780B636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6314153" y="390567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93" name="Text Placeholder 4">
            <a:extLst>
              <a:ext uri="{FF2B5EF4-FFF2-40B4-BE49-F238E27FC236}">
                <a16:creationId xmlns:a16="http://schemas.microsoft.com/office/drawing/2014/main" id="{667C31F9-9400-4AD5-B618-ACEB153E15AE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7163107" y="3592449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94" name="Text Placeholder 4">
            <a:extLst>
              <a:ext uri="{FF2B5EF4-FFF2-40B4-BE49-F238E27FC236}">
                <a16:creationId xmlns:a16="http://schemas.microsoft.com/office/drawing/2014/main" id="{8F08286F-AD3B-40EB-83EB-4D88A2F77C1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7163107" y="390567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95" name="Text Placeholder 4">
            <a:extLst>
              <a:ext uri="{FF2B5EF4-FFF2-40B4-BE49-F238E27FC236}">
                <a16:creationId xmlns:a16="http://schemas.microsoft.com/office/drawing/2014/main" id="{6BD1A057-FD7A-4636-8A1A-BCFBBEF481C8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8012061" y="3592449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96" name="Text Placeholder 4">
            <a:extLst>
              <a:ext uri="{FF2B5EF4-FFF2-40B4-BE49-F238E27FC236}">
                <a16:creationId xmlns:a16="http://schemas.microsoft.com/office/drawing/2014/main" id="{DAA59115-8F47-4FDF-9E38-E7F4C0107CE3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8012061" y="390567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30EABE-4B1E-F662-25A4-93A7AF42E8EC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25178C-B86E-AEDB-DA1F-62912F00E49E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20">
            <a:extLst>
              <a:ext uri="{FF2B5EF4-FFF2-40B4-BE49-F238E27FC236}">
                <a16:creationId xmlns:a16="http://schemas.microsoft.com/office/drawing/2014/main" id="{21FFD5AF-9347-E023-8F48-F2A5F2D557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8676775" cy="907148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lnSpc>
                <a:spcPct val="100000"/>
              </a:lnSpc>
              <a:defRPr sz="2500"/>
            </a:lvl1pPr>
          </a:lstStyle>
          <a:p>
            <a:r>
              <a:rPr lang="en-US" dirty="0"/>
              <a:t>Organizational / People Slide</a:t>
            </a:r>
          </a:p>
        </p:txBody>
      </p:sp>
    </p:spTree>
    <p:extLst>
      <p:ext uri="{BB962C8B-B14F-4D97-AF65-F5344CB8AC3E}">
        <p14:creationId xmlns:p14="http://schemas.microsoft.com/office/powerpoint/2010/main" val="41176143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C Slide - Mai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83661" y="1387198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rgbClr val="333333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37" name="Straight Connector 36"/>
          <p:cNvCxnSpPr/>
          <p:nvPr userDrawn="1"/>
        </p:nvCxnSpPr>
        <p:spPr>
          <a:xfrm>
            <a:off x="983661" y="1776770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983661" y="1866532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rgbClr val="333333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983661" y="2256104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983661" y="2351089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rgbClr val="333333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4" name="Straight Connector 43"/>
          <p:cNvCxnSpPr/>
          <p:nvPr userDrawn="1"/>
        </p:nvCxnSpPr>
        <p:spPr>
          <a:xfrm>
            <a:off x="983661" y="2740661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983661" y="2836648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rgbClr val="333333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1" name="Straight Connector 50"/>
          <p:cNvCxnSpPr/>
          <p:nvPr userDrawn="1"/>
        </p:nvCxnSpPr>
        <p:spPr>
          <a:xfrm>
            <a:off x="983661" y="3226220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983661" y="3328432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rgbClr val="333333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4" name="Straight Connector 53"/>
          <p:cNvCxnSpPr/>
          <p:nvPr userDrawn="1"/>
        </p:nvCxnSpPr>
        <p:spPr>
          <a:xfrm>
            <a:off x="983661" y="3718004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 Placeholder 6"/>
          <p:cNvSpPr>
            <a:spLocks noGrp="1"/>
          </p:cNvSpPr>
          <p:nvPr>
            <p:ph type="body" sz="quarter" idx="27" hasCustomPrompt="1"/>
          </p:nvPr>
        </p:nvSpPr>
        <p:spPr>
          <a:xfrm>
            <a:off x="983661" y="3813991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rgbClr val="333333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7" name="Straight Connector 56"/>
          <p:cNvCxnSpPr/>
          <p:nvPr userDrawn="1"/>
        </p:nvCxnSpPr>
        <p:spPr>
          <a:xfrm>
            <a:off x="983661" y="4203563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6"/>
          <p:cNvSpPr>
            <a:spLocks noGrp="1"/>
          </p:cNvSpPr>
          <p:nvPr>
            <p:ph type="body" sz="quarter" idx="29" hasCustomPrompt="1"/>
          </p:nvPr>
        </p:nvSpPr>
        <p:spPr>
          <a:xfrm>
            <a:off x="983661" y="4299549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rgbClr val="333333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983661" y="4689121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B09A0BB-5010-CC3A-A2F6-6C98DB096358}"/>
              </a:ext>
            </a:extLst>
          </p:cNvPr>
          <p:cNvSpPr/>
          <p:nvPr userDrawn="1"/>
        </p:nvSpPr>
        <p:spPr>
          <a:xfrm>
            <a:off x="457201" y="1387197"/>
            <a:ext cx="431574" cy="39308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659588A-DE2B-3E53-9C72-A550639B7135}"/>
              </a:ext>
            </a:extLst>
          </p:cNvPr>
          <p:cNvSpPr/>
          <p:nvPr userDrawn="1"/>
        </p:nvSpPr>
        <p:spPr>
          <a:xfrm>
            <a:off x="457201" y="1861330"/>
            <a:ext cx="431574" cy="39308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E78E70A-877A-E9FE-6156-2C023D4A7F35}"/>
              </a:ext>
            </a:extLst>
          </p:cNvPr>
          <p:cNvSpPr/>
          <p:nvPr userDrawn="1"/>
        </p:nvSpPr>
        <p:spPr>
          <a:xfrm>
            <a:off x="457201" y="2346752"/>
            <a:ext cx="431574" cy="39308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26949D5-F5D2-858E-1D64-781CE3AB9942}"/>
              </a:ext>
            </a:extLst>
          </p:cNvPr>
          <p:cNvSpPr/>
          <p:nvPr userDrawn="1"/>
        </p:nvSpPr>
        <p:spPr>
          <a:xfrm>
            <a:off x="457201" y="2832174"/>
            <a:ext cx="431574" cy="39308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463ABBE-7CD4-340F-088E-04A3FD53CFC4}"/>
              </a:ext>
            </a:extLst>
          </p:cNvPr>
          <p:cNvSpPr/>
          <p:nvPr userDrawn="1"/>
        </p:nvSpPr>
        <p:spPr>
          <a:xfrm>
            <a:off x="457201" y="3323240"/>
            <a:ext cx="431574" cy="39308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1C48CC5-C569-7F6F-6D19-33DA6D61A0D1}"/>
              </a:ext>
            </a:extLst>
          </p:cNvPr>
          <p:cNvSpPr/>
          <p:nvPr userDrawn="1"/>
        </p:nvSpPr>
        <p:spPr>
          <a:xfrm>
            <a:off x="457201" y="3808662"/>
            <a:ext cx="431574" cy="39308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35B85FC-6AB5-9B59-C2E9-03D042EC1DFD}"/>
              </a:ext>
            </a:extLst>
          </p:cNvPr>
          <p:cNvSpPr/>
          <p:nvPr userDrawn="1"/>
        </p:nvSpPr>
        <p:spPr>
          <a:xfrm>
            <a:off x="457201" y="4294084"/>
            <a:ext cx="431574" cy="39308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E34E5F-25EA-5156-F1B9-74A219E57152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5110DB-742A-FE41-0D19-5B9A89E4933C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20">
            <a:extLst>
              <a:ext uri="{FF2B5EF4-FFF2-40B4-BE49-F238E27FC236}">
                <a16:creationId xmlns:a16="http://schemas.microsoft.com/office/drawing/2014/main" id="{7C692E60-92AB-4CC5-88C2-0ADD690532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0"/>
            <a:ext cx="3447142" cy="114640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lnSpc>
                <a:spcPct val="100000"/>
              </a:lnSpc>
              <a:defRPr sz="2500"/>
            </a:lvl1pPr>
          </a:lstStyle>
          <a:p>
            <a:r>
              <a:rPr lang="en-US" dirty="0"/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338469201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OC Slide - Mai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83661" y="1387198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rgbClr val="333333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37" name="Straight Connector 36"/>
          <p:cNvCxnSpPr/>
          <p:nvPr userDrawn="1"/>
        </p:nvCxnSpPr>
        <p:spPr>
          <a:xfrm>
            <a:off x="983661" y="1776770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983661" y="1866532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983661" y="2256104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983661" y="2351089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4" name="Straight Connector 43"/>
          <p:cNvCxnSpPr/>
          <p:nvPr userDrawn="1"/>
        </p:nvCxnSpPr>
        <p:spPr>
          <a:xfrm>
            <a:off x="983661" y="2740661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983661" y="2836648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1" name="Straight Connector 50"/>
          <p:cNvCxnSpPr/>
          <p:nvPr userDrawn="1"/>
        </p:nvCxnSpPr>
        <p:spPr>
          <a:xfrm>
            <a:off x="983661" y="3226220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983661" y="3328432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4" name="Straight Connector 53"/>
          <p:cNvCxnSpPr/>
          <p:nvPr userDrawn="1"/>
        </p:nvCxnSpPr>
        <p:spPr>
          <a:xfrm>
            <a:off x="983661" y="3718004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 Placeholder 6"/>
          <p:cNvSpPr>
            <a:spLocks noGrp="1"/>
          </p:cNvSpPr>
          <p:nvPr>
            <p:ph type="body" sz="quarter" idx="27" hasCustomPrompt="1"/>
          </p:nvPr>
        </p:nvSpPr>
        <p:spPr>
          <a:xfrm>
            <a:off x="983661" y="3813991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7" name="Straight Connector 56"/>
          <p:cNvCxnSpPr/>
          <p:nvPr userDrawn="1"/>
        </p:nvCxnSpPr>
        <p:spPr>
          <a:xfrm>
            <a:off x="983661" y="4203563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6"/>
          <p:cNvSpPr>
            <a:spLocks noGrp="1"/>
          </p:cNvSpPr>
          <p:nvPr>
            <p:ph type="body" sz="quarter" idx="29" hasCustomPrompt="1"/>
          </p:nvPr>
        </p:nvSpPr>
        <p:spPr>
          <a:xfrm>
            <a:off x="983661" y="4299549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983661" y="4689121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110C422-9C35-54AC-12CF-1DA3445659A2}"/>
              </a:ext>
            </a:extLst>
          </p:cNvPr>
          <p:cNvSpPr/>
          <p:nvPr userDrawn="1"/>
        </p:nvSpPr>
        <p:spPr>
          <a:xfrm>
            <a:off x="457201" y="1387197"/>
            <a:ext cx="431574" cy="39308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619C5A3-3423-017A-0EDC-C10CB0EC1FE3}"/>
              </a:ext>
            </a:extLst>
          </p:cNvPr>
          <p:cNvSpPr/>
          <p:nvPr userDrawn="1"/>
        </p:nvSpPr>
        <p:spPr>
          <a:xfrm>
            <a:off x="457201" y="1861330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02E0A6E-3314-47CC-03CD-71D5BCCA0340}"/>
              </a:ext>
            </a:extLst>
          </p:cNvPr>
          <p:cNvSpPr/>
          <p:nvPr userDrawn="1"/>
        </p:nvSpPr>
        <p:spPr>
          <a:xfrm>
            <a:off x="457201" y="2346752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0F9D20E-F8BC-1B72-E65F-C42D2AD05DBE}"/>
              </a:ext>
            </a:extLst>
          </p:cNvPr>
          <p:cNvSpPr/>
          <p:nvPr userDrawn="1"/>
        </p:nvSpPr>
        <p:spPr>
          <a:xfrm>
            <a:off x="457201" y="2832174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8D90CD1-86DE-CC65-0276-BE3085358EB6}"/>
              </a:ext>
            </a:extLst>
          </p:cNvPr>
          <p:cNvSpPr/>
          <p:nvPr userDrawn="1"/>
        </p:nvSpPr>
        <p:spPr>
          <a:xfrm>
            <a:off x="457201" y="3323240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07E6927-1F72-2CEE-7D40-621955D6BD60}"/>
              </a:ext>
            </a:extLst>
          </p:cNvPr>
          <p:cNvSpPr/>
          <p:nvPr userDrawn="1"/>
        </p:nvSpPr>
        <p:spPr>
          <a:xfrm>
            <a:off x="457201" y="3808662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2F63B35-C8B1-1CC3-6FC1-DB398FC5EC96}"/>
              </a:ext>
            </a:extLst>
          </p:cNvPr>
          <p:cNvSpPr/>
          <p:nvPr userDrawn="1"/>
        </p:nvSpPr>
        <p:spPr>
          <a:xfrm>
            <a:off x="457201" y="4294084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A1D4BA-0286-6FAF-E650-59ADF3A4314A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04BB64-7FB6-6BEB-8963-A8717DFEE057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20">
            <a:extLst>
              <a:ext uri="{FF2B5EF4-FFF2-40B4-BE49-F238E27FC236}">
                <a16:creationId xmlns:a16="http://schemas.microsoft.com/office/drawing/2014/main" id="{6E8C1B26-8B16-9397-C79B-6038D2A3B6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0"/>
            <a:ext cx="3447142" cy="114640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lnSpc>
                <a:spcPct val="100000"/>
              </a:lnSpc>
              <a:defRPr sz="2500"/>
            </a:lvl1pPr>
          </a:lstStyle>
          <a:p>
            <a:r>
              <a:rPr lang="en-US" dirty="0"/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4227927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OC Slide - Mai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83661" y="1387198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37" name="Straight Connector 36"/>
          <p:cNvCxnSpPr/>
          <p:nvPr userDrawn="1"/>
        </p:nvCxnSpPr>
        <p:spPr>
          <a:xfrm>
            <a:off x="983661" y="1776770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983661" y="1866532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rgbClr val="333333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983661" y="2256104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983661" y="2351089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4" name="Straight Connector 43"/>
          <p:cNvCxnSpPr/>
          <p:nvPr userDrawn="1"/>
        </p:nvCxnSpPr>
        <p:spPr>
          <a:xfrm>
            <a:off x="983661" y="2740661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983661" y="2836648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1" name="Straight Connector 50"/>
          <p:cNvCxnSpPr/>
          <p:nvPr userDrawn="1"/>
        </p:nvCxnSpPr>
        <p:spPr>
          <a:xfrm>
            <a:off x="983661" y="3226220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983661" y="3328432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4" name="Straight Connector 53"/>
          <p:cNvCxnSpPr/>
          <p:nvPr userDrawn="1"/>
        </p:nvCxnSpPr>
        <p:spPr>
          <a:xfrm>
            <a:off x="983661" y="3718004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 Placeholder 6"/>
          <p:cNvSpPr>
            <a:spLocks noGrp="1"/>
          </p:cNvSpPr>
          <p:nvPr>
            <p:ph type="body" sz="quarter" idx="27" hasCustomPrompt="1"/>
          </p:nvPr>
        </p:nvSpPr>
        <p:spPr>
          <a:xfrm>
            <a:off x="983661" y="3813991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7" name="Straight Connector 56"/>
          <p:cNvCxnSpPr/>
          <p:nvPr userDrawn="1"/>
        </p:nvCxnSpPr>
        <p:spPr>
          <a:xfrm>
            <a:off x="983661" y="4203563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6"/>
          <p:cNvSpPr>
            <a:spLocks noGrp="1"/>
          </p:cNvSpPr>
          <p:nvPr>
            <p:ph type="body" sz="quarter" idx="29" hasCustomPrompt="1"/>
          </p:nvPr>
        </p:nvSpPr>
        <p:spPr>
          <a:xfrm>
            <a:off x="983661" y="4299549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983661" y="4689121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CC48DE2-15D7-4EB5-9DDC-79E9C1C8621E}"/>
              </a:ext>
            </a:extLst>
          </p:cNvPr>
          <p:cNvSpPr/>
          <p:nvPr userDrawn="1"/>
        </p:nvSpPr>
        <p:spPr>
          <a:xfrm>
            <a:off x="457201" y="1387197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6426863-C2D8-B163-B513-836F0A8D07C2}"/>
              </a:ext>
            </a:extLst>
          </p:cNvPr>
          <p:cNvSpPr/>
          <p:nvPr userDrawn="1"/>
        </p:nvSpPr>
        <p:spPr>
          <a:xfrm>
            <a:off x="457201" y="1861330"/>
            <a:ext cx="431574" cy="39308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AC07864-52A8-BF97-875D-253BFBC15068}"/>
              </a:ext>
            </a:extLst>
          </p:cNvPr>
          <p:cNvSpPr/>
          <p:nvPr userDrawn="1"/>
        </p:nvSpPr>
        <p:spPr>
          <a:xfrm>
            <a:off x="457201" y="2346752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1B9F020-5CD4-DCB8-EAD4-670C7A5D2111}"/>
              </a:ext>
            </a:extLst>
          </p:cNvPr>
          <p:cNvSpPr/>
          <p:nvPr userDrawn="1"/>
        </p:nvSpPr>
        <p:spPr>
          <a:xfrm>
            <a:off x="457201" y="2832174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3E5A6DC-6D0B-8012-5AD3-4F91BFD26B2A}"/>
              </a:ext>
            </a:extLst>
          </p:cNvPr>
          <p:cNvSpPr/>
          <p:nvPr userDrawn="1"/>
        </p:nvSpPr>
        <p:spPr>
          <a:xfrm>
            <a:off x="457201" y="3323240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BB30644-D506-2E53-B8D9-3EDE4A2184C4}"/>
              </a:ext>
            </a:extLst>
          </p:cNvPr>
          <p:cNvSpPr/>
          <p:nvPr userDrawn="1"/>
        </p:nvSpPr>
        <p:spPr>
          <a:xfrm>
            <a:off x="457201" y="3808662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971F6D6-A269-A4F6-5DF7-E403AF088741}"/>
              </a:ext>
            </a:extLst>
          </p:cNvPr>
          <p:cNvSpPr/>
          <p:nvPr userDrawn="1"/>
        </p:nvSpPr>
        <p:spPr>
          <a:xfrm>
            <a:off x="457201" y="4294084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89E0D2-A507-0635-F66D-42C430324CF2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1EE1B7-C33C-2EAC-72AA-5B015F51CE22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0">
            <a:extLst>
              <a:ext uri="{FF2B5EF4-FFF2-40B4-BE49-F238E27FC236}">
                <a16:creationId xmlns:a16="http://schemas.microsoft.com/office/drawing/2014/main" id="{2FB07D22-2834-B625-FAA3-A0FE5FAA20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0"/>
            <a:ext cx="3447142" cy="114640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lnSpc>
                <a:spcPct val="100000"/>
              </a:lnSpc>
              <a:defRPr sz="2500"/>
            </a:lvl1pPr>
          </a:lstStyle>
          <a:p>
            <a:r>
              <a:rPr lang="en-US" dirty="0"/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93861335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OC Slide - Mai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83661" y="1387198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37" name="Straight Connector 36"/>
          <p:cNvCxnSpPr/>
          <p:nvPr userDrawn="1"/>
        </p:nvCxnSpPr>
        <p:spPr>
          <a:xfrm>
            <a:off x="983661" y="1776770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983661" y="1866532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983661" y="2256104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983661" y="2351089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rgbClr val="333333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4" name="Straight Connector 43"/>
          <p:cNvCxnSpPr/>
          <p:nvPr userDrawn="1"/>
        </p:nvCxnSpPr>
        <p:spPr>
          <a:xfrm>
            <a:off x="983661" y="2740661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983661" y="2836648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1" name="Straight Connector 50"/>
          <p:cNvCxnSpPr/>
          <p:nvPr userDrawn="1"/>
        </p:nvCxnSpPr>
        <p:spPr>
          <a:xfrm>
            <a:off x="983661" y="3226220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983661" y="3328432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4" name="Straight Connector 53"/>
          <p:cNvCxnSpPr/>
          <p:nvPr userDrawn="1"/>
        </p:nvCxnSpPr>
        <p:spPr>
          <a:xfrm>
            <a:off x="983661" y="3718004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 Placeholder 6"/>
          <p:cNvSpPr>
            <a:spLocks noGrp="1"/>
          </p:cNvSpPr>
          <p:nvPr>
            <p:ph type="body" sz="quarter" idx="27" hasCustomPrompt="1"/>
          </p:nvPr>
        </p:nvSpPr>
        <p:spPr>
          <a:xfrm>
            <a:off x="983661" y="3813991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7" name="Straight Connector 56"/>
          <p:cNvCxnSpPr/>
          <p:nvPr userDrawn="1"/>
        </p:nvCxnSpPr>
        <p:spPr>
          <a:xfrm>
            <a:off x="983661" y="4203563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6"/>
          <p:cNvSpPr>
            <a:spLocks noGrp="1"/>
          </p:cNvSpPr>
          <p:nvPr>
            <p:ph type="body" sz="quarter" idx="29" hasCustomPrompt="1"/>
          </p:nvPr>
        </p:nvSpPr>
        <p:spPr>
          <a:xfrm>
            <a:off x="983661" y="4299549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983661" y="4689121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E7AA6AC-A171-0A6D-DA6E-5E928A49DB6B}"/>
              </a:ext>
            </a:extLst>
          </p:cNvPr>
          <p:cNvSpPr/>
          <p:nvPr userDrawn="1"/>
        </p:nvSpPr>
        <p:spPr>
          <a:xfrm>
            <a:off x="457201" y="1387197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EFCE960-A531-6ABD-8471-5FA8A51973E0}"/>
              </a:ext>
            </a:extLst>
          </p:cNvPr>
          <p:cNvSpPr/>
          <p:nvPr userDrawn="1"/>
        </p:nvSpPr>
        <p:spPr>
          <a:xfrm>
            <a:off x="457201" y="1861330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6B65AD5-5805-6332-F1B1-EFBAB598DFA4}"/>
              </a:ext>
            </a:extLst>
          </p:cNvPr>
          <p:cNvSpPr/>
          <p:nvPr userDrawn="1"/>
        </p:nvSpPr>
        <p:spPr>
          <a:xfrm>
            <a:off x="457201" y="2346752"/>
            <a:ext cx="431574" cy="39308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570C4B3-64C5-4C80-FC3E-CA07C14F0DDA}"/>
              </a:ext>
            </a:extLst>
          </p:cNvPr>
          <p:cNvSpPr/>
          <p:nvPr userDrawn="1"/>
        </p:nvSpPr>
        <p:spPr>
          <a:xfrm>
            <a:off x="457201" y="2832174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2D929D3-D929-EBC8-5BD5-3EF200BC9EEC}"/>
              </a:ext>
            </a:extLst>
          </p:cNvPr>
          <p:cNvSpPr/>
          <p:nvPr userDrawn="1"/>
        </p:nvSpPr>
        <p:spPr>
          <a:xfrm>
            <a:off x="457201" y="3323240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803E6B1-51E6-AD06-CBBA-4D7A181776A6}"/>
              </a:ext>
            </a:extLst>
          </p:cNvPr>
          <p:cNvSpPr/>
          <p:nvPr userDrawn="1"/>
        </p:nvSpPr>
        <p:spPr>
          <a:xfrm>
            <a:off x="457201" y="3808662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5F454D7-4860-0C1C-461D-E24F83DC5463}"/>
              </a:ext>
            </a:extLst>
          </p:cNvPr>
          <p:cNvSpPr/>
          <p:nvPr userDrawn="1"/>
        </p:nvSpPr>
        <p:spPr>
          <a:xfrm>
            <a:off x="457201" y="4294084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904F32-8AC9-0AF6-715F-D858E7B2CCDE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9DA867-D362-D4CF-1642-427FF10B199F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20">
            <a:extLst>
              <a:ext uri="{FF2B5EF4-FFF2-40B4-BE49-F238E27FC236}">
                <a16:creationId xmlns:a16="http://schemas.microsoft.com/office/drawing/2014/main" id="{67376418-89A5-7BC8-FCDF-B38385F024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0"/>
            <a:ext cx="3447142" cy="114640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lnSpc>
                <a:spcPct val="100000"/>
              </a:lnSpc>
              <a:defRPr sz="2500"/>
            </a:lvl1pPr>
          </a:lstStyle>
          <a:p>
            <a:r>
              <a:rPr lang="en-US" dirty="0"/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54788130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OC Slide - Mai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83661" y="1387198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37" name="Straight Connector 36"/>
          <p:cNvCxnSpPr/>
          <p:nvPr userDrawn="1"/>
        </p:nvCxnSpPr>
        <p:spPr>
          <a:xfrm>
            <a:off x="983661" y="1776770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983661" y="1866532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983661" y="2256104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983661" y="2351089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4" name="Straight Connector 43"/>
          <p:cNvCxnSpPr/>
          <p:nvPr userDrawn="1"/>
        </p:nvCxnSpPr>
        <p:spPr>
          <a:xfrm>
            <a:off x="983661" y="2740661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983661" y="2836648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rgbClr val="333333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1" name="Straight Connector 50"/>
          <p:cNvCxnSpPr/>
          <p:nvPr userDrawn="1"/>
        </p:nvCxnSpPr>
        <p:spPr>
          <a:xfrm>
            <a:off x="983661" y="3226220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983661" y="3328432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4" name="Straight Connector 53"/>
          <p:cNvCxnSpPr/>
          <p:nvPr userDrawn="1"/>
        </p:nvCxnSpPr>
        <p:spPr>
          <a:xfrm>
            <a:off x="983661" y="3718004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 Placeholder 6"/>
          <p:cNvSpPr>
            <a:spLocks noGrp="1"/>
          </p:cNvSpPr>
          <p:nvPr>
            <p:ph type="body" sz="quarter" idx="27" hasCustomPrompt="1"/>
          </p:nvPr>
        </p:nvSpPr>
        <p:spPr>
          <a:xfrm>
            <a:off x="983661" y="3813991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7" name="Straight Connector 56"/>
          <p:cNvCxnSpPr/>
          <p:nvPr userDrawn="1"/>
        </p:nvCxnSpPr>
        <p:spPr>
          <a:xfrm>
            <a:off x="983661" y="4203563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6"/>
          <p:cNvSpPr>
            <a:spLocks noGrp="1"/>
          </p:cNvSpPr>
          <p:nvPr>
            <p:ph type="body" sz="quarter" idx="29" hasCustomPrompt="1"/>
          </p:nvPr>
        </p:nvSpPr>
        <p:spPr>
          <a:xfrm>
            <a:off x="983661" y="4299549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983661" y="4689121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B5EF62C-14DC-8569-F857-F9005E8A926A}"/>
              </a:ext>
            </a:extLst>
          </p:cNvPr>
          <p:cNvSpPr/>
          <p:nvPr userDrawn="1"/>
        </p:nvSpPr>
        <p:spPr>
          <a:xfrm>
            <a:off x="457201" y="1387197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F2DD467-3FF1-2050-0E47-CAD6E3BAD104}"/>
              </a:ext>
            </a:extLst>
          </p:cNvPr>
          <p:cNvSpPr/>
          <p:nvPr userDrawn="1"/>
        </p:nvSpPr>
        <p:spPr>
          <a:xfrm>
            <a:off x="457201" y="1861330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E9988F8-3436-11D7-3743-92076BD57876}"/>
              </a:ext>
            </a:extLst>
          </p:cNvPr>
          <p:cNvSpPr/>
          <p:nvPr userDrawn="1"/>
        </p:nvSpPr>
        <p:spPr>
          <a:xfrm>
            <a:off x="457201" y="2346752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6F72BDF-7CB9-9313-7B75-68EBEAD3F60C}"/>
              </a:ext>
            </a:extLst>
          </p:cNvPr>
          <p:cNvSpPr/>
          <p:nvPr userDrawn="1"/>
        </p:nvSpPr>
        <p:spPr>
          <a:xfrm>
            <a:off x="457201" y="2832174"/>
            <a:ext cx="431574" cy="39308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6A36163-D2BB-4BA8-691E-9BDA1E5E5B67}"/>
              </a:ext>
            </a:extLst>
          </p:cNvPr>
          <p:cNvSpPr/>
          <p:nvPr userDrawn="1"/>
        </p:nvSpPr>
        <p:spPr>
          <a:xfrm>
            <a:off x="457201" y="3323240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70FD610-4974-4ECD-592A-6F48E8EB6F4F}"/>
              </a:ext>
            </a:extLst>
          </p:cNvPr>
          <p:cNvSpPr/>
          <p:nvPr userDrawn="1"/>
        </p:nvSpPr>
        <p:spPr>
          <a:xfrm>
            <a:off x="457201" y="3808662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B7010F4-ECAE-1CC0-5BC2-34573DAED6BC}"/>
              </a:ext>
            </a:extLst>
          </p:cNvPr>
          <p:cNvSpPr/>
          <p:nvPr userDrawn="1"/>
        </p:nvSpPr>
        <p:spPr>
          <a:xfrm>
            <a:off x="457201" y="4294084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495AAF-7C37-6119-090F-F4B0F06AD756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F0E65F-87A1-5A3E-6BE0-76A1512C9B0F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20">
            <a:extLst>
              <a:ext uri="{FF2B5EF4-FFF2-40B4-BE49-F238E27FC236}">
                <a16:creationId xmlns:a16="http://schemas.microsoft.com/office/drawing/2014/main" id="{378D40AB-A931-1416-DC62-4D8326738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0"/>
            <a:ext cx="3447142" cy="114640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lnSpc>
                <a:spcPct val="100000"/>
              </a:lnSpc>
              <a:defRPr sz="2500"/>
            </a:lvl1pPr>
          </a:lstStyle>
          <a:p>
            <a:r>
              <a:rPr lang="en-US" dirty="0"/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320571523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OC Slide - Mai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83661" y="1387198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37" name="Straight Connector 36"/>
          <p:cNvCxnSpPr/>
          <p:nvPr userDrawn="1"/>
        </p:nvCxnSpPr>
        <p:spPr>
          <a:xfrm>
            <a:off x="983661" y="1776770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983661" y="1866532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983661" y="2256104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983661" y="2351089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4" name="Straight Connector 43"/>
          <p:cNvCxnSpPr/>
          <p:nvPr userDrawn="1"/>
        </p:nvCxnSpPr>
        <p:spPr>
          <a:xfrm>
            <a:off x="983661" y="2740661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983661" y="2836648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1" name="Straight Connector 50"/>
          <p:cNvCxnSpPr/>
          <p:nvPr userDrawn="1"/>
        </p:nvCxnSpPr>
        <p:spPr>
          <a:xfrm>
            <a:off x="983661" y="3226220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983661" y="3328432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rgbClr val="333333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4" name="Straight Connector 53"/>
          <p:cNvCxnSpPr/>
          <p:nvPr userDrawn="1"/>
        </p:nvCxnSpPr>
        <p:spPr>
          <a:xfrm>
            <a:off x="983661" y="3718004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 Placeholder 6"/>
          <p:cNvSpPr>
            <a:spLocks noGrp="1"/>
          </p:cNvSpPr>
          <p:nvPr>
            <p:ph type="body" sz="quarter" idx="27" hasCustomPrompt="1"/>
          </p:nvPr>
        </p:nvSpPr>
        <p:spPr>
          <a:xfrm>
            <a:off x="983661" y="3813991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7" name="Straight Connector 56"/>
          <p:cNvCxnSpPr/>
          <p:nvPr userDrawn="1"/>
        </p:nvCxnSpPr>
        <p:spPr>
          <a:xfrm>
            <a:off x="983661" y="4203563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6"/>
          <p:cNvSpPr>
            <a:spLocks noGrp="1"/>
          </p:cNvSpPr>
          <p:nvPr>
            <p:ph type="body" sz="quarter" idx="29" hasCustomPrompt="1"/>
          </p:nvPr>
        </p:nvSpPr>
        <p:spPr>
          <a:xfrm>
            <a:off x="983661" y="4299549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983661" y="4689121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60C85DB-94A4-A073-1A5A-F3309F5CCCCA}"/>
              </a:ext>
            </a:extLst>
          </p:cNvPr>
          <p:cNvSpPr/>
          <p:nvPr userDrawn="1"/>
        </p:nvSpPr>
        <p:spPr>
          <a:xfrm>
            <a:off x="457201" y="1387197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825383C-A1CE-009D-28E1-33634664988A}"/>
              </a:ext>
            </a:extLst>
          </p:cNvPr>
          <p:cNvSpPr/>
          <p:nvPr userDrawn="1"/>
        </p:nvSpPr>
        <p:spPr>
          <a:xfrm>
            <a:off x="457201" y="1861330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7371A96-100F-BA13-7CED-7A6175562913}"/>
              </a:ext>
            </a:extLst>
          </p:cNvPr>
          <p:cNvSpPr/>
          <p:nvPr userDrawn="1"/>
        </p:nvSpPr>
        <p:spPr>
          <a:xfrm>
            <a:off x="457201" y="2346752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FEFC827-714A-5077-2AF7-0D466F6625C7}"/>
              </a:ext>
            </a:extLst>
          </p:cNvPr>
          <p:cNvSpPr/>
          <p:nvPr userDrawn="1"/>
        </p:nvSpPr>
        <p:spPr>
          <a:xfrm>
            <a:off x="457201" y="2832174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52D6A54-EE78-AB45-0F22-41C054BF9753}"/>
              </a:ext>
            </a:extLst>
          </p:cNvPr>
          <p:cNvSpPr/>
          <p:nvPr userDrawn="1"/>
        </p:nvSpPr>
        <p:spPr>
          <a:xfrm>
            <a:off x="457201" y="3323240"/>
            <a:ext cx="431574" cy="39308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117F822-2BDA-965F-B05D-932E3A4DA84B}"/>
              </a:ext>
            </a:extLst>
          </p:cNvPr>
          <p:cNvSpPr/>
          <p:nvPr userDrawn="1"/>
        </p:nvSpPr>
        <p:spPr>
          <a:xfrm>
            <a:off x="457201" y="3808662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19F6BDA-47D4-F260-8B1E-9E219C2739DF}"/>
              </a:ext>
            </a:extLst>
          </p:cNvPr>
          <p:cNvSpPr/>
          <p:nvPr userDrawn="1"/>
        </p:nvSpPr>
        <p:spPr>
          <a:xfrm>
            <a:off x="457201" y="4294084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56E1DA-1ADD-6D5F-EF91-EAECACBF89CD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357900-4533-56B4-442C-C09C8C9F16E4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20">
            <a:extLst>
              <a:ext uri="{FF2B5EF4-FFF2-40B4-BE49-F238E27FC236}">
                <a16:creationId xmlns:a16="http://schemas.microsoft.com/office/drawing/2014/main" id="{6595EB55-53F9-8C93-C36A-BA53CB4CA2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0"/>
            <a:ext cx="3447142" cy="114640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lnSpc>
                <a:spcPct val="100000"/>
              </a:lnSpc>
              <a:defRPr sz="2500"/>
            </a:lvl1pPr>
          </a:lstStyle>
          <a:p>
            <a:r>
              <a:rPr lang="en-US" dirty="0"/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300729529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OC Slide - Mai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83661" y="1387198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37" name="Straight Connector 36"/>
          <p:cNvCxnSpPr/>
          <p:nvPr userDrawn="1"/>
        </p:nvCxnSpPr>
        <p:spPr>
          <a:xfrm>
            <a:off x="983661" y="1776770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983661" y="1866532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983661" y="2256104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983661" y="2351089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4" name="Straight Connector 43"/>
          <p:cNvCxnSpPr/>
          <p:nvPr userDrawn="1"/>
        </p:nvCxnSpPr>
        <p:spPr>
          <a:xfrm>
            <a:off x="983661" y="2740661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983661" y="2836648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1" name="Straight Connector 50"/>
          <p:cNvCxnSpPr/>
          <p:nvPr userDrawn="1"/>
        </p:nvCxnSpPr>
        <p:spPr>
          <a:xfrm>
            <a:off x="983661" y="3226220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983661" y="3328432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4" name="Straight Connector 53"/>
          <p:cNvCxnSpPr/>
          <p:nvPr userDrawn="1"/>
        </p:nvCxnSpPr>
        <p:spPr>
          <a:xfrm>
            <a:off x="983661" y="3718004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 Placeholder 6"/>
          <p:cNvSpPr>
            <a:spLocks noGrp="1"/>
          </p:cNvSpPr>
          <p:nvPr>
            <p:ph type="body" sz="quarter" idx="27" hasCustomPrompt="1"/>
          </p:nvPr>
        </p:nvSpPr>
        <p:spPr>
          <a:xfrm>
            <a:off x="983661" y="3813991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rgbClr val="333333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7" name="Straight Connector 56"/>
          <p:cNvCxnSpPr/>
          <p:nvPr userDrawn="1"/>
        </p:nvCxnSpPr>
        <p:spPr>
          <a:xfrm>
            <a:off x="983661" y="4203563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6"/>
          <p:cNvSpPr>
            <a:spLocks noGrp="1"/>
          </p:cNvSpPr>
          <p:nvPr>
            <p:ph type="body" sz="quarter" idx="29" hasCustomPrompt="1"/>
          </p:nvPr>
        </p:nvSpPr>
        <p:spPr>
          <a:xfrm>
            <a:off x="983661" y="4299549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983661" y="4689121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F921AB4-F0E3-41B5-6F31-D54FC8D7B080}"/>
              </a:ext>
            </a:extLst>
          </p:cNvPr>
          <p:cNvSpPr/>
          <p:nvPr userDrawn="1"/>
        </p:nvSpPr>
        <p:spPr>
          <a:xfrm>
            <a:off x="457201" y="1387197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66ECD41-D979-A6E2-73B2-12BE2C54F7B7}"/>
              </a:ext>
            </a:extLst>
          </p:cNvPr>
          <p:cNvSpPr/>
          <p:nvPr userDrawn="1"/>
        </p:nvSpPr>
        <p:spPr>
          <a:xfrm>
            <a:off x="457201" y="1861330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0D6AAB6-BC07-5F46-A4F6-0EFF50D143B0}"/>
              </a:ext>
            </a:extLst>
          </p:cNvPr>
          <p:cNvSpPr/>
          <p:nvPr userDrawn="1"/>
        </p:nvSpPr>
        <p:spPr>
          <a:xfrm>
            <a:off x="457201" y="2346752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9054AA5-BB34-AD00-86F2-2AE9ABF1BE18}"/>
              </a:ext>
            </a:extLst>
          </p:cNvPr>
          <p:cNvSpPr/>
          <p:nvPr userDrawn="1"/>
        </p:nvSpPr>
        <p:spPr>
          <a:xfrm>
            <a:off x="457201" y="2832174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41DD908-3164-599B-D370-8C2D7BFAE1C8}"/>
              </a:ext>
            </a:extLst>
          </p:cNvPr>
          <p:cNvSpPr/>
          <p:nvPr userDrawn="1"/>
        </p:nvSpPr>
        <p:spPr>
          <a:xfrm>
            <a:off x="457201" y="3323240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D007F02-8405-9BA5-60ED-2765FEAF4796}"/>
              </a:ext>
            </a:extLst>
          </p:cNvPr>
          <p:cNvSpPr/>
          <p:nvPr userDrawn="1"/>
        </p:nvSpPr>
        <p:spPr>
          <a:xfrm>
            <a:off x="457201" y="3808662"/>
            <a:ext cx="431574" cy="39308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20AA075-0D3C-FCC0-AC84-EE19DFFE3A7E}"/>
              </a:ext>
            </a:extLst>
          </p:cNvPr>
          <p:cNvSpPr/>
          <p:nvPr userDrawn="1"/>
        </p:nvSpPr>
        <p:spPr>
          <a:xfrm>
            <a:off x="457201" y="4294084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D27493-D469-0A4A-C4BB-3AEA60759DBE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CCCEE6-1612-93C6-32D4-408A43EAC462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20">
            <a:extLst>
              <a:ext uri="{FF2B5EF4-FFF2-40B4-BE49-F238E27FC236}">
                <a16:creationId xmlns:a16="http://schemas.microsoft.com/office/drawing/2014/main" id="{BEA30514-F4B7-F118-D2A6-12448DFCCC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0"/>
            <a:ext cx="3447142" cy="114640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lnSpc>
                <a:spcPct val="100000"/>
              </a:lnSpc>
              <a:defRPr sz="2500"/>
            </a:lvl1pPr>
          </a:lstStyle>
          <a:p>
            <a:r>
              <a:rPr lang="en-US" dirty="0"/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144062653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OC Slide - Mai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83661" y="1387198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37" name="Straight Connector 36"/>
          <p:cNvCxnSpPr/>
          <p:nvPr userDrawn="1"/>
        </p:nvCxnSpPr>
        <p:spPr>
          <a:xfrm>
            <a:off x="983661" y="1776770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983661" y="1866532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983661" y="2256104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983661" y="2351089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4" name="Straight Connector 43"/>
          <p:cNvCxnSpPr/>
          <p:nvPr userDrawn="1"/>
        </p:nvCxnSpPr>
        <p:spPr>
          <a:xfrm>
            <a:off x="983661" y="2740661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983661" y="2836648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1" name="Straight Connector 50"/>
          <p:cNvCxnSpPr/>
          <p:nvPr userDrawn="1"/>
        </p:nvCxnSpPr>
        <p:spPr>
          <a:xfrm>
            <a:off x="983661" y="3226220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983661" y="3328432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4" name="Straight Connector 53"/>
          <p:cNvCxnSpPr/>
          <p:nvPr userDrawn="1"/>
        </p:nvCxnSpPr>
        <p:spPr>
          <a:xfrm>
            <a:off x="983661" y="3718004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 Placeholder 6"/>
          <p:cNvSpPr>
            <a:spLocks noGrp="1"/>
          </p:cNvSpPr>
          <p:nvPr>
            <p:ph type="body" sz="quarter" idx="27" hasCustomPrompt="1"/>
          </p:nvPr>
        </p:nvSpPr>
        <p:spPr>
          <a:xfrm>
            <a:off x="983661" y="3813991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7" name="Straight Connector 56"/>
          <p:cNvCxnSpPr/>
          <p:nvPr userDrawn="1"/>
        </p:nvCxnSpPr>
        <p:spPr>
          <a:xfrm>
            <a:off x="983661" y="4203563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6"/>
          <p:cNvSpPr>
            <a:spLocks noGrp="1"/>
          </p:cNvSpPr>
          <p:nvPr>
            <p:ph type="body" sz="quarter" idx="29" hasCustomPrompt="1"/>
          </p:nvPr>
        </p:nvSpPr>
        <p:spPr>
          <a:xfrm>
            <a:off x="983661" y="4299549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rgbClr val="333333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983661" y="4689121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72A499A-B4C7-3457-2E48-5211DE4B1CDB}"/>
              </a:ext>
            </a:extLst>
          </p:cNvPr>
          <p:cNvSpPr/>
          <p:nvPr userDrawn="1"/>
        </p:nvSpPr>
        <p:spPr>
          <a:xfrm>
            <a:off x="457201" y="1387197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E517360-C038-9603-B0A8-471A390AF1CD}"/>
              </a:ext>
            </a:extLst>
          </p:cNvPr>
          <p:cNvSpPr/>
          <p:nvPr userDrawn="1"/>
        </p:nvSpPr>
        <p:spPr>
          <a:xfrm>
            <a:off x="457201" y="1861330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74FB253-2840-4E46-205B-8A177D4DA0C0}"/>
              </a:ext>
            </a:extLst>
          </p:cNvPr>
          <p:cNvSpPr/>
          <p:nvPr userDrawn="1"/>
        </p:nvSpPr>
        <p:spPr>
          <a:xfrm>
            <a:off x="457201" y="2346752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538A649-14DE-D169-8665-82B386E7B637}"/>
              </a:ext>
            </a:extLst>
          </p:cNvPr>
          <p:cNvSpPr/>
          <p:nvPr userDrawn="1"/>
        </p:nvSpPr>
        <p:spPr>
          <a:xfrm>
            <a:off x="457201" y="2832174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3D5FC04-DE87-E00E-C8CF-B24AB5F07302}"/>
              </a:ext>
            </a:extLst>
          </p:cNvPr>
          <p:cNvSpPr/>
          <p:nvPr userDrawn="1"/>
        </p:nvSpPr>
        <p:spPr>
          <a:xfrm>
            <a:off x="457201" y="3323240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294A651-51DD-4D7C-9993-65F5A9278864}"/>
              </a:ext>
            </a:extLst>
          </p:cNvPr>
          <p:cNvSpPr/>
          <p:nvPr userDrawn="1"/>
        </p:nvSpPr>
        <p:spPr>
          <a:xfrm>
            <a:off x="457201" y="3808662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D9BE7FE-124A-9B7A-D511-3C82AD80942F}"/>
              </a:ext>
            </a:extLst>
          </p:cNvPr>
          <p:cNvSpPr/>
          <p:nvPr userDrawn="1"/>
        </p:nvSpPr>
        <p:spPr>
          <a:xfrm>
            <a:off x="457201" y="4294084"/>
            <a:ext cx="431574" cy="39308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B64683-6370-7CF7-374E-64AF47E59A74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AF29AB-E90C-35E5-C314-CBAD0251E7CA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20">
            <a:extLst>
              <a:ext uri="{FF2B5EF4-FFF2-40B4-BE49-F238E27FC236}">
                <a16:creationId xmlns:a16="http://schemas.microsoft.com/office/drawing/2014/main" id="{00449A00-754D-EE0E-07D3-48EB1CD074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0"/>
            <a:ext cx="3447142" cy="114640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lnSpc>
                <a:spcPct val="100000"/>
              </a:lnSpc>
              <a:defRPr sz="2500"/>
            </a:lvl1pPr>
          </a:lstStyle>
          <a:p>
            <a:r>
              <a:rPr lang="en-US" dirty="0"/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379862656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Simp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24A4911-4C23-B519-53D2-40F4FD69C5F7}"/>
              </a:ext>
            </a:extLst>
          </p:cNvPr>
          <p:cNvCxnSpPr/>
          <p:nvPr userDrawn="1"/>
        </p:nvCxnSpPr>
        <p:spPr>
          <a:xfrm>
            <a:off x="3741647" y="1939062"/>
            <a:ext cx="4955659" cy="0"/>
          </a:xfrm>
          <a:prstGeom prst="line">
            <a:avLst/>
          </a:prstGeom>
          <a:ln cap="rnd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0497201F-2325-50C4-3A4D-2A3C2E245DD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53295" y="2572506"/>
            <a:ext cx="4607032" cy="210217"/>
          </a:xfr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400"/>
              </a:spcBef>
              <a:buNone/>
              <a:defRPr sz="1000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Publication Number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42FE13-7614-F461-FEC5-BC5364F16E62}"/>
              </a:ext>
            </a:extLst>
          </p:cNvPr>
          <p:cNvSpPr txBox="1"/>
          <p:nvPr userDrawn="1"/>
        </p:nvSpPr>
        <p:spPr>
          <a:xfrm>
            <a:off x="3636832" y="2092242"/>
            <a:ext cx="2116667" cy="33000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</a:pPr>
            <a:r>
              <a:rPr lang="en-US" b="1" dirty="0">
                <a:solidFill>
                  <a:srgbClr val="333333"/>
                </a:solidFill>
              </a:rPr>
              <a:t>  </a:t>
            </a:r>
            <a:r>
              <a:rPr lang="en-US" b="1" dirty="0" err="1">
                <a:solidFill>
                  <a:srgbClr val="333333"/>
                </a:solidFill>
              </a:rPr>
              <a:t>www.nlr.gov</a:t>
            </a:r>
            <a:endParaRPr lang="en-US" b="1" dirty="0">
              <a:solidFill>
                <a:srgbClr val="333333"/>
              </a:solidFill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9E7E7FB3-9C50-1309-6275-7CB77558EE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5556" y="442061"/>
            <a:ext cx="4606936" cy="1310715"/>
          </a:xfrm>
          <a:prstGeom prst="rect">
            <a:avLst/>
          </a:prstGeom>
          <a:noFill/>
        </p:spPr>
        <p:txBody>
          <a:bodyPr lIns="0" tIns="0" rIns="0" bIns="0" anchor="b" anchorCtr="0">
            <a:normAutofit/>
          </a:bodyPr>
          <a:lstStyle>
            <a:lvl1pPr algn="l">
              <a:lnSpc>
                <a:spcPct val="100000"/>
              </a:lnSpc>
              <a:defRPr sz="35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Q&amp;A or Thank You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D0F568-9645-9157-18B1-84EDAD5A5F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75511" y="4149284"/>
            <a:ext cx="2897704" cy="498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9562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352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d Slide - Simple with Tex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24A4911-4C23-B519-53D2-40F4FD69C5F7}"/>
              </a:ext>
            </a:extLst>
          </p:cNvPr>
          <p:cNvCxnSpPr/>
          <p:nvPr userDrawn="1"/>
        </p:nvCxnSpPr>
        <p:spPr>
          <a:xfrm>
            <a:off x="3741647" y="1939062"/>
            <a:ext cx="4955659" cy="0"/>
          </a:xfrm>
          <a:prstGeom prst="line">
            <a:avLst/>
          </a:prstGeom>
          <a:ln cap="rnd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0497201F-2325-50C4-3A4D-2A3C2E245DD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53295" y="2572506"/>
            <a:ext cx="4607032" cy="210217"/>
          </a:xfr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400"/>
              </a:spcBef>
              <a:buNone/>
              <a:defRPr sz="1000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Publication Number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42FE13-7614-F461-FEC5-BC5364F16E62}"/>
              </a:ext>
            </a:extLst>
          </p:cNvPr>
          <p:cNvSpPr txBox="1"/>
          <p:nvPr userDrawn="1"/>
        </p:nvSpPr>
        <p:spPr>
          <a:xfrm>
            <a:off x="3636832" y="2092242"/>
            <a:ext cx="2116667" cy="33000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</a:pPr>
            <a:r>
              <a:rPr lang="en-US" b="1" dirty="0">
                <a:solidFill>
                  <a:srgbClr val="333333"/>
                </a:solidFill>
              </a:rPr>
              <a:t>  </a:t>
            </a:r>
            <a:r>
              <a:rPr lang="en-US" b="1" dirty="0" err="1">
                <a:solidFill>
                  <a:srgbClr val="333333"/>
                </a:solidFill>
              </a:rPr>
              <a:t>www.nlr.gov</a:t>
            </a:r>
            <a:endParaRPr lang="en-US" b="1" dirty="0">
              <a:solidFill>
                <a:srgbClr val="333333"/>
              </a:solidFill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9E7E7FB3-9C50-1309-6275-7CB77558EE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5556" y="442061"/>
            <a:ext cx="4606936" cy="1310715"/>
          </a:xfrm>
          <a:prstGeom prst="rect">
            <a:avLst/>
          </a:prstGeom>
          <a:noFill/>
        </p:spPr>
        <p:txBody>
          <a:bodyPr lIns="0" tIns="0" rIns="0" bIns="0" anchor="b" anchorCtr="0">
            <a:normAutofit/>
          </a:bodyPr>
          <a:lstStyle>
            <a:lvl1pPr algn="l">
              <a:lnSpc>
                <a:spcPct val="100000"/>
              </a:lnSpc>
              <a:defRPr sz="35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Q&amp;A or Thank You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D0F568-9645-9157-18B1-84EDAD5A5F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75511" y="4149284"/>
            <a:ext cx="2897704" cy="498785"/>
          </a:xfrm>
          <a:prstGeom prst="rect">
            <a:avLst/>
          </a:prstGeom>
        </p:spPr>
      </p:pic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C044B2B2-183F-DA2E-AE51-E9D5286F338A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370880" y="442060"/>
            <a:ext cx="2897704" cy="4205995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8670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352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A33061E-7711-4552-AAA9-0C165E333D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850" y="0"/>
            <a:ext cx="9140299" cy="5143500"/>
          </a:xfrm>
          <a:prstGeom prst="rect">
            <a:avLst/>
          </a:prstGeom>
        </p:spPr>
      </p:pic>
      <p:sp>
        <p:nvSpPr>
          <p:cNvPr id="6" name="Round Single Corner Rectangle 5">
            <a:extLst>
              <a:ext uri="{FF2B5EF4-FFF2-40B4-BE49-F238E27FC236}">
                <a16:creationId xmlns:a16="http://schemas.microsoft.com/office/drawing/2014/main" id="{223C131E-FFC9-8DEE-6F27-4EC7AF908DA0}"/>
              </a:ext>
            </a:extLst>
          </p:cNvPr>
          <p:cNvSpPr/>
          <p:nvPr userDrawn="1"/>
        </p:nvSpPr>
        <p:spPr>
          <a:xfrm flipH="1">
            <a:off x="4126833" y="1293237"/>
            <a:ext cx="5017167" cy="3066111"/>
          </a:xfrm>
          <a:prstGeom prst="round1Rect">
            <a:avLst/>
          </a:prstGeom>
          <a:solidFill>
            <a:schemeClr val="accent1">
              <a:alpha val="8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30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8C5116-F344-6538-095F-2422DB67E6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3875" y="1487284"/>
            <a:ext cx="4444369" cy="908383"/>
          </a:xfrm>
          <a:prstGeom prst="rect">
            <a:avLst/>
          </a:prstGeom>
        </p:spPr>
        <p:txBody>
          <a:bodyPr lIns="182880" anchor="ctr">
            <a:normAutofit/>
          </a:bodyPr>
          <a:lstStyle>
            <a:lvl1pPr algn="l">
              <a:lnSpc>
                <a:spcPct val="100000"/>
              </a:lnSpc>
              <a:defRPr sz="2800" b="1"/>
            </a:lvl1pPr>
          </a:lstStyle>
          <a:p>
            <a:r>
              <a:rPr lang="en-US" dirty="0"/>
              <a:t>Q&amp;A or Thank You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BE0CFF-97E6-4CAB-9B8B-8E18EC82F557}"/>
              </a:ext>
            </a:extLst>
          </p:cNvPr>
          <p:cNvSpPr txBox="1"/>
          <p:nvPr userDrawn="1"/>
        </p:nvSpPr>
        <p:spPr>
          <a:xfrm>
            <a:off x="467454" y="4830962"/>
            <a:ext cx="2093495" cy="2000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600" i="1">
                <a:solidFill>
                  <a:schemeClr val="bg1">
                    <a:lumMod val="50000"/>
                  </a:schemeClr>
                </a:solidFill>
              </a:rPr>
              <a:t>Photo from Getty Images 181828180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CF52A3BF-F794-7340-9C04-F11D68FCB60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25726" y="2423344"/>
            <a:ext cx="4496935" cy="804394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err="1"/>
              <a:t>www.nlr.gov</a:t>
            </a:r>
            <a:endParaRPr lang="en-US"/>
          </a:p>
          <a:p>
            <a:pPr lvl="0"/>
            <a:r>
              <a:rPr lang="en-US"/>
              <a:t>Publication Number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9DFF9FF-53E1-D25C-5627-9792F8CCFD87}"/>
              </a:ext>
            </a:extLst>
          </p:cNvPr>
          <p:cNvCxnSpPr>
            <a:cxnSpLocks/>
          </p:cNvCxnSpPr>
          <p:nvPr userDrawn="1"/>
        </p:nvCxnSpPr>
        <p:spPr>
          <a:xfrm>
            <a:off x="4325726" y="3359812"/>
            <a:ext cx="4496935" cy="0"/>
          </a:xfrm>
          <a:prstGeom prst="line">
            <a:avLst/>
          </a:prstGeom>
          <a:ln w="12700" cap="rnd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3F63A909-1731-94D6-E787-139FBA2EC8E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18215" y="3644672"/>
            <a:ext cx="2368299" cy="407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585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448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d Slide - photo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A33061E-7711-4552-AAA9-0C165E333D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850" y="0"/>
            <a:ext cx="9140299" cy="5143500"/>
          </a:xfrm>
          <a:prstGeom prst="rect">
            <a:avLst/>
          </a:prstGeom>
        </p:spPr>
      </p:pic>
      <p:sp>
        <p:nvSpPr>
          <p:cNvPr id="6" name="Round Single Corner Rectangle 5">
            <a:extLst>
              <a:ext uri="{FF2B5EF4-FFF2-40B4-BE49-F238E27FC236}">
                <a16:creationId xmlns:a16="http://schemas.microsoft.com/office/drawing/2014/main" id="{223C131E-FFC9-8DEE-6F27-4EC7AF908DA0}"/>
              </a:ext>
            </a:extLst>
          </p:cNvPr>
          <p:cNvSpPr/>
          <p:nvPr userDrawn="1"/>
        </p:nvSpPr>
        <p:spPr>
          <a:xfrm flipH="1">
            <a:off x="4126833" y="1293237"/>
            <a:ext cx="5017167" cy="3066111"/>
          </a:xfrm>
          <a:prstGeom prst="round1Rect">
            <a:avLst/>
          </a:prstGeom>
          <a:solidFill>
            <a:schemeClr val="accent1">
              <a:alpha val="8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30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8C5116-F344-6538-095F-2422DB67E6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3875" y="1487284"/>
            <a:ext cx="4444369" cy="908383"/>
          </a:xfrm>
          <a:prstGeom prst="rect">
            <a:avLst/>
          </a:prstGeom>
        </p:spPr>
        <p:txBody>
          <a:bodyPr lIns="182880" anchor="ctr">
            <a:normAutofit/>
          </a:bodyPr>
          <a:lstStyle>
            <a:lvl1pPr algn="l">
              <a:lnSpc>
                <a:spcPct val="100000"/>
              </a:lnSpc>
              <a:defRPr sz="2800" b="1"/>
            </a:lvl1pPr>
          </a:lstStyle>
          <a:p>
            <a:r>
              <a:rPr lang="en-US" dirty="0"/>
              <a:t>Q&amp;A or Thank You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BE0CFF-97E6-4CAB-9B8B-8E18EC82F557}"/>
              </a:ext>
            </a:extLst>
          </p:cNvPr>
          <p:cNvSpPr txBox="1"/>
          <p:nvPr userDrawn="1"/>
        </p:nvSpPr>
        <p:spPr>
          <a:xfrm>
            <a:off x="467454" y="4830962"/>
            <a:ext cx="2093495" cy="2000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600" i="1">
                <a:solidFill>
                  <a:schemeClr val="bg1">
                    <a:lumMod val="50000"/>
                  </a:schemeClr>
                </a:solidFill>
              </a:rPr>
              <a:t>Photo from Getty Images 181828180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CF52A3BF-F794-7340-9C04-F11D68FCB60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25726" y="2423344"/>
            <a:ext cx="4496935" cy="804394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err="1"/>
              <a:t>www.nlr.gov</a:t>
            </a:r>
            <a:endParaRPr lang="en-US"/>
          </a:p>
          <a:p>
            <a:pPr lvl="0"/>
            <a:r>
              <a:rPr lang="en-US"/>
              <a:t>Publication Number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9DFF9FF-53E1-D25C-5627-9792F8CCFD87}"/>
              </a:ext>
            </a:extLst>
          </p:cNvPr>
          <p:cNvCxnSpPr>
            <a:cxnSpLocks/>
          </p:cNvCxnSpPr>
          <p:nvPr userDrawn="1"/>
        </p:nvCxnSpPr>
        <p:spPr>
          <a:xfrm>
            <a:off x="4325726" y="3359812"/>
            <a:ext cx="4496935" cy="0"/>
          </a:xfrm>
          <a:prstGeom prst="line">
            <a:avLst/>
          </a:prstGeom>
          <a:ln w="12700" cap="rnd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3F63A909-1731-94D6-E787-139FBA2EC8E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18215" y="3644672"/>
            <a:ext cx="2368299" cy="407658"/>
          </a:xfrm>
          <a:prstGeom prst="rect">
            <a:avLst/>
          </a:prstGeom>
        </p:spPr>
      </p:pic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0EF0DFD7-2592-C986-4BDD-21849441F214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370880" y="1293237"/>
            <a:ext cx="3382048" cy="3066111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22343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44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48435"/>
            <a:ext cx="8229600" cy="326435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847BBE-33F2-96B2-D2F7-6564EA826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89CACA-C06A-412A-AB55-4BD6CBF84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64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32" r:id="rId2"/>
    <p:sldLayoutId id="2147483734" r:id="rId3"/>
    <p:sldLayoutId id="2147483727" r:id="rId4"/>
    <p:sldLayoutId id="2147483736" r:id="rId5"/>
    <p:sldLayoutId id="2147483737" r:id="rId6"/>
    <p:sldLayoutId id="2147483745" r:id="rId7"/>
    <p:sldLayoutId id="2147483654" r:id="rId8"/>
    <p:sldLayoutId id="2147483795" r:id="rId9"/>
    <p:sldLayoutId id="2147483743" r:id="rId10"/>
    <p:sldLayoutId id="2147483707" r:id="rId11"/>
    <p:sldLayoutId id="2147483653" r:id="rId12"/>
    <p:sldLayoutId id="2147483667" r:id="rId13"/>
    <p:sldLayoutId id="2147483669" r:id="rId14"/>
    <p:sldLayoutId id="2147483666" r:id="rId15"/>
    <p:sldLayoutId id="2147483749" r:id="rId16"/>
    <p:sldLayoutId id="2147483676" r:id="rId17"/>
    <p:sldLayoutId id="2147483678" r:id="rId18"/>
    <p:sldLayoutId id="2147483680" r:id="rId19"/>
    <p:sldLayoutId id="2147483717" r:id="rId20"/>
    <p:sldLayoutId id="2147483657" r:id="rId21"/>
    <p:sldLayoutId id="2147483738" r:id="rId22"/>
    <p:sldLayoutId id="2147483740" r:id="rId23"/>
    <p:sldLayoutId id="2147483751" r:id="rId24"/>
    <p:sldLayoutId id="2147483752" r:id="rId25"/>
    <p:sldLayoutId id="2147483753" r:id="rId26"/>
    <p:sldLayoutId id="2147483754" r:id="rId27"/>
    <p:sldLayoutId id="2147483755" r:id="rId28"/>
    <p:sldLayoutId id="2147483756" r:id="rId29"/>
    <p:sldLayoutId id="2147483757" r:id="rId30"/>
    <p:sldLayoutId id="2147483758" r:id="rId31"/>
    <p:sldLayoutId id="2147483759" r:id="rId32"/>
    <p:sldLayoutId id="2147483760" r:id="rId33"/>
    <p:sldLayoutId id="2147483761" r:id="rId34"/>
    <p:sldLayoutId id="2147483762" r:id="rId35"/>
    <p:sldLayoutId id="2147483763" r:id="rId36"/>
    <p:sldLayoutId id="2147483764" r:id="rId37"/>
    <p:sldLayoutId id="2147483765" r:id="rId38"/>
    <p:sldLayoutId id="2147483766" r:id="rId39"/>
    <p:sldLayoutId id="2147483767" r:id="rId40"/>
    <p:sldLayoutId id="2147483768" r:id="rId41"/>
    <p:sldLayoutId id="2147483769" r:id="rId42"/>
    <p:sldLayoutId id="2147483770" r:id="rId43"/>
    <p:sldLayoutId id="2147483771" r:id="rId44"/>
    <p:sldLayoutId id="2147483772" r:id="rId45"/>
    <p:sldLayoutId id="2147483773" r:id="rId46"/>
    <p:sldLayoutId id="2147483774" r:id="rId47"/>
    <p:sldLayoutId id="2147483775" r:id="rId48"/>
    <p:sldLayoutId id="2147483776" r:id="rId49"/>
    <p:sldLayoutId id="2147483777" r:id="rId50"/>
    <p:sldLayoutId id="2147483778" r:id="rId51"/>
    <p:sldLayoutId id="2147483779" r:id="rId52"/>
    <p:sldLayoutId id="2147483780" r:id="rId53"/>
    <p:sldLayoutId id="2147483781" r:id="rId54"/>
    <p:sldLayoutId id="2147483782" r:id="rId55"/>
    <p:sldLayoutId id="2147483783" r:id="rId56"/>
    <p:sldLayoutId id="2147483784" r:id="rId57"/>
    <p:sldLayoutId id="2147483785" r:id="rId58"/>
    <p:sldLayoutId id="2147483786" r:id="rId59"/>
    <p:sldLayoutId id="2147483787" r:id="rId60"/>
    <p:sldLayoutId id="2147483788" r:id="rId61"/>
    <p:sldLayoutId id="2147483789" r:id="rId62"/>
    <p:sldLayoutId id="2147483790" r:id="rId63"/>
    <p:sldLayoutId id="2147483791" r:id="rId64"/>
    <p:sldLayoutId id="2147483792" r:id="rId65"/>
    <p:sldLayoutId id="2147483796" r:id="rId66"/>
    <p:sldLayoutId id="2147483793" r:id="rId67"/>
    <p:sldLayoutId id="2147483797" r:id="rId68"/>
  </p:sldLayoutIdLst>
  <p:hf hdr="0" dt="0"/>
  <p:txStyles>
    <p:titleStyle>
      <a:lvl1pPr marL="0" algn="ctr" defTabSz="457200" rtl="0" eaLnBrk="1" latinLnBrk="0" hangingPunct="1">
        <a:lnSpc>
          <a:spcPct val="85000"/>
        </a:lnSpc>
        <a:spcBef>
          <a:spcPts val="0"/>
        </a:spcBef>
        <a:buNone/>
        <a:defRPr sz="2400" kern="1200" spc="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19456" indent="-219456" algn="l" defTabSz="457200" rtl="0" eaLnBrk="1" latinLnBrk="0" hangingPunct="1">
        <a:spcBef>
          <a:spcPts val="0"/>
        </a:spcBef>
        <a:spcAft>
          <a:spcPts val="900"/>
        </a:spcAft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21208" indent="-182880" algn="l" defTabSz="457200" rtl="0" eaLnBrk="1" latinLnBrk="0" hangingPunct="1">
        <a:spcBef>
          <a:spcPts val="0"/>
        </a:spcBef>
        <a:spcAft>
          <a:spcPts val="900"/>
        </a:spcAft>
        <a:buFont typeface="System Font Regular"/>
        <a:buChar char="◦"/>
        <a:tabLst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777240" indent="-182880" algn="l" defTabSz="457200" rtl="0" eaLnBrk="1" latinLnBrk="0" hangingPunct="1">
        <a:spcBef>
          <a:spcPts val="0"/>
        </a:spcBef>
        <a:spcAft>
          <a:spcPts val="900"/>
        </a:spcAft>
        <a:buFont typeface="System Font Regular"/>
        <a:buChar char="–"/>
        <a:tabLst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033272" indent="-164592" algn="l" defTabSz="457200" rtl="0" eaLnBrk="1" latinLnBrk="0" hangingPunct="1">
        <a:spcBef>
          <a:spcPts val="0"/>
        </a:spcBef>
        <a:spcAft>
          <a:spcPts val="900"/>
        </a:spcAft>
        <a:buFont typeface="System Font Regular"/>
        <a:buChar char="»"/>
        <a:tabLst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188720" indent="-100584" algn="l" defTabSz="457200" rtl="0" eaLnBrk="1" latinLnBrk="0" hangingPunct="1">
        <a:spcBef>
          <a:spcPts val="0"/>
        </a:spcBef>
        <a:spcAft>
          <a:spcPts val="900"/>
        </a:spcAft>
        <a:buFont typeface="System Font Regular"/>
        <a:buChar char="∙"/>
        <a:tabLst/>
        <a:defRPr sz="1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pos="350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B7CBB-D28B-1360-5126-7B20A7E91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1D6262-7A4C-1094-3B5C-BB26DE32AA6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Travis Williams</a:t>
            </a:r>
          </a:p>
          <a:p>
            <a:pPr algn="ctr"/>
            <a:r>
              <a:rPr lang="en-US" dirty="0"/>
              <a:t>Geospatial Data Science 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9002423-253B-87DA-3D23-5CCE52175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reV Tutorial #1</a:t>
            </a:r>
            <a:br>
              <a:rPr lang="en-US" dirty="0"/>
            </a:br>
            <a:r>
              <a:rPr lang="en-US" b="0" dirty="0"/>
              <a:t>Introduction &amp; Concepts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714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BC4733-8BC2-4541-CCDA-B12350953D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Travis Williams</a:t>
            </a:r>
          </a:p>
          <a:p>
            <a:pPr algn="ctr"/>
            <a:r>
              <a:rPr lang="en-US" dirty="0"/>
              <a:t>Geospatial Data Science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CAC1D90-E525-DCDB-0A51-C7D7B3516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reV Tutorial #2</a:t>
            </a:r>
            <a:br>
              <a:rPr lang="en-US" dirty="0"/>
            </a:br>
            <a:r>
              <a:rPr lang="en-US" b="0" dirty="0"/>
              <a:t>Setting Up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465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85ECF3-55DC-7BCC-25B8-DD1EBB3CF5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Travis Williams</a:t>
            </a:r>
          </a:p>
          <a:p>
            <a:pPr algn="ctr"/>
            <a:r>
              <a:rPr lang="en-US" dirty="0"/>
              <a:t>Geospatial Data Science 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97590A7-D064-D4C2-E550-EE1927B93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reV Tutorial #3</a:t>
            </a:r>
            <a:br>
              <a:rPr lang="en-US" dirty="0"/>
            </a:br>
            <a:r>
              <a:rPr lang="en-US" b="0" dirty="0"/>
              <a:t>Building Inputs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324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0D2B34-9391-B045-F4F2-2FCB4F1FB1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Travis Williams</a:t>
            </a:r>
          </a:p>
          <a:p>
            <a:pPr algn="ctr"/>
            <a:r>
              <a:rPr lang="en-US" dirty="0"/>
              <a:t>Geospatial Data Science 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EFAA7C-7137-6956-E599-BBF788D46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reV Tutorial #4</a:t>
            </a:r>
            <a:br>
              <a:rPr lang="en-US" dirty="0"/>
            </a:br>
            <a:r>
              <a:rPr lang="en-US" b="0" dirty="0"/>
              <a:t>Generation Modules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009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0717C1-824B-9261-85AE-5A9B1ED5F4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Travis Williams</a:t>
            </a:r>
          </a:p>
          <a:p>
            <a:pPr algn="ctr"/>
            <a:r>
              <a:rPr lang="en-US" dirty="0"/>
              <a:t>Geospatial Data Science 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01B372D-F6E5-F167-4AF9-E3AE79603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reV Tutorial #5</a:t>
            </a:r>
            <a:br>
              <a:rPr lang="en-US" dirty="0"/>
            </a:br>
            <a:r>
              <a:rPr lang="en-US" b="0" dirty="0"/>
              <a:t>Pipelines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702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594A7-58E3-A99D-304B-43FE75EB9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CC3B53-F247-9CBE-5B2C-A7C8529EE57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Travis Williams</a:t>
            </a:r>
          </a:p>
          <a:p>
            <a:pPr algn="ctr"/>
            <a:r>
              <a:rPr lang="en-US" dirty="0"/>
              <a:t>Geospatial Data Science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81CF56C-CDE1-363B-7B17-18AF07760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reV Tutorial #6</a:t>
            </a:r>
            <a:br>
              <a:rPr lang="en-US" dirty="0"/>
            </a:br>
            <a:r>
              <a:rPr lang="en-US" b="0" dirty="0"/>
              <a:t>Aggregation Module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2615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CFAE1-0C03-AFE9-FEBF-1D94D2D15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7229F8-C6BE-7384-9554-7E566156633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Travis Williams</a:t>
            </a:r>
          </a:p>
          <a:p>
            <a:pPr algn="ctr"/>
            <a:r>
              <a:rPr lang="en-US" dirty="0"/>
              <a:t>Geospatial Data Science 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A392371-5BD3-E7DF-ECD3-CE0826BCE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reV Tutorial #7</a:t>
            </a:r>
            <a:br>
              <a:rPr lang="en-US" dirty="0"/>
            </a:br>
            <a:r>
              <a:rPr lang="en-US" b="0" dirty="0"/>
              <a:t>Supply Curve Modules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5420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F2FF2-354A-4D1D-0F3A-0E722FB78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A705DA-5609-323D-3422-9C4D0C0E868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Travis Williams</a:t>
            </a:r>
          </a:p>
          <a:p>
            <a:pPr algn="ctr"/>
            <a:r>
              <a:rPr lang="en-US" dirty="0"/>
              <a:t>Geospatial Data Science 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9BC9C7F-1A86-B3D4-EFEF-97A9E9F1D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reV Tutorial #8</a:t>
            </a:r>
            <a:br>
              <a:rPr lang="en-US" dirty="0"/>
            </a:br>
            <a:r>
              <a:rPr lang="en-US" b="0" dirty="0"/>
              <a:t>Representative Profiles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666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43576-38B9-E1CD-8323-AA41D8504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0447FB-2961-97CB-1592-0FBD5F3797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Travis Williams</a:t>
            </a:r>
          </a:p>
          <a:p>
            <a:pPr algn="ctr"/>
            <a:r>
              <a:rPr lang="en-US" dirty="0"/>
              <a:t>Geospatial Data Science 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9D85C31-0C36-9E68-5D7B-A9B9AEBA1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reV Tutorial #9</a:t>
            </a:r>
            <a:br>
              <a:rPr lang="en-US" dirty="0"/>
            </a:br>
            <a:r>
              <a:rPr lang="en-US" b="0" dirty="0"/>
              <a:t>Supporting Packages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904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CE74A-2643-3746-1276-4A45BC26B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53843D-3DAA-8C95-BC8B-0563C85726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Travis Williams</a:t>
            </a:r>
          </a:p>
          <a:p>
            <a:pPr algn="ctr"/>
            <a:r>
              <a:rPr lang="en-US" dirty="0"/>
              <a:t>Geospatial Data Science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1B968D9-2908-6A05-7558-325B7C3D1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reV Tutorial #10</a:t>
            </a:r>
            <a:br>
              <a:rPr lang="en-US" dirty="0"/>
            </a:br>
            <a:r>
              <a:rPr lang="en-US" b="0" dirty="0"/>
              <a:t>Building Inputs - Advanced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34350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4F724-D952-8257-4B05-0510F800B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590C1C-4B6E-2EE4-84F1-B0704B7639C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Travis Williams</a:t>
            </a:r>
          </a:p>
          <a:p>
            <a:pPr algn="ctr"/>
            <a:r>
              <a:rPr lang="en-US" dirty="0"/>
              <a:t>Geospatial Data Science 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D969B6B-1875-E71E-FD43-8B9B52F9E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reV Tutorial #11</a:t>
            </a:r>
            <a:br>
              <a:rPr lang="en-US" dirty="0"/>
            </a:br>
            <a:r>
              <a:rPr lang="en-US" b="0" dirty="0"/>
              <a:t>Scaling Up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845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41958-75A4-3518-3D71-1FE0DD102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7214B8-F303-35A7-5E8B-64287ED7575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Travis Williams</a:t>
            </a:r>
          </a:p>
          <a:p>
            <a:pPr algn="ctr"/>
            <a:r>
              <a:rPr lang="en-US" dirty="0"/>
              <a:t>Geospatial Data Science 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3721116-3143-A262-3CBC-F33503350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reV Tutorial #12</a:t>
            </a:r>
            <a:br>
              <a:rPr lang="en-US" dirty="0"/>
            </a:br>
            <a:r>
              <a:rPr lang="en-US" b="0" dirty="0"/>
              <a:t>Advanced reV Modeling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49765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24D07-FED9-2B11-A00B-62B3E8122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7FDBF6-AF90-D257-839F-8E6941B7CC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Travis Williams</a:t>
            </a:r>
          </a:p>
          <a:p>
            <a:pPr algn="ctr"/>
            <a:r>
              <a:rPr lang="en-US" dirty="0"/>
              <a:t>Geospatial Data Science 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2350E43-64A9-BE3F-ACB8-347D12DD3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reV Tutorial #13</a:t>
            </a:r>
            <a:br>
              <a:rPr lang="en-US" dirty="0"/>
            </a:br>
            <a:r>
              <a:rPr lang="en-US" b="0" dirty="0"/>
              <a:t>reV in the Cloud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6682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LR Color Palette">
      <a:dk1>
        <a:srgbClr val="000000"/>
      </a:dk1>
      <a:lt1>
        <a:srgbClr val="FFFFFF"/>
      </a:lt1>
      <a:dk2>
        <a:srgbClr val="0075BB"/>
      </a:dk2>
      <a:lt2>
        <a:srgbClr val="F6F3F1"/>
      </a:lt2>
      <a:accent1>
        <a:srgbClr val="003A69"/>
      </a:accent1>
      <a:accent2>
        <a:srgbClr val="DB9728"/>
      </a:accent2>
      <a:accent3>
        <a:srgbClr val="D57C5C"/>
      </a:accent3>
      <a:accent4>
        <a:srgbClr val="872C15"/>
      </a:accent4>
      <a:accent5>
        <a:srgbClr val="819E7E"/>
      </a:accent5>
      <a:accent6>
        <a:srgbClr val="1A584D"/>
      </a:accent6>
      <a:hlink>
        <a:srgbClr val="0076BA"/>
      </a:hlink>
      <a:folHlink>
        <a:srgbClr val="00A3E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EEEEEE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nlr-presentation-template.potx" id="{5FD9E9F5-DDC0-4E41-A535-BCE6196F2EE8}" vid="{11811DC5-C04A-4CDF-89C8-1FFFF1B7684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8AD6BD0905FA4F8D7E240DF78D6720" ma:contentTypeVersion="16" ma:contentTypeDescription="Create a new document." ma:contentTypeScope="" ma:versionID="9579203ebe2f6644415a60f35511d7aa">
  <xsd:schema xmlns:xsd="http://www.w3.org/2001/XMLSchema" xmlns:xs="http://www.w3.org/2001/XMLSchema" xmlns:p="http://schemas.microsoft.com/office/2006/metadata/properties" xmlns:ns2="36a528ad-9b7f-43a7-930e-ee7404d5b59e" xmlns:ns3="7782f7b1-8364-4447-8e52-525c4c5c6261" targetNamespace="http://schemas.microsoft.com/office/2006/metadata/properties" ma:root="true" ma:fieldsID="555cabf9b2262d67248d99b9761da46e" ns2:_="" ns3:_="">
    <xsd:import namespace="36a528ad-9b7f-43a7-930e-ee7404d5b59e"/>
    <xsd:import namespace="7782f7b1-8364-4447-8e52-525c4c5c62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a528ad-9b7f-43a7-930e-ee7404d5b59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7834da80-57da-4863-8816-2e6886d1e86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82f7b1-8364-4447-8e52-525c4c5c6261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70ac4acc-29c4-4207-ac0b-763f75a559ae}" ma:internalName="TaxCatchAll" ma:showField="CatchAllData" ma:web="7782f7b1-8364-4447-8e52-525c4c5c62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782f7b1-8364-4447-8e52-525c4c5c6261" xsi:nil="true"/>
    <lcf76f155ced4ddcb4097134ff3c332f xmlns="36a528ad-9b7f-43a7-930e-ee7404d5b59e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994FAD5-EBA2-458A-9ADC-074ADFE879F7}">
  <ds:schemaRefs>
    <ds:schemaRef ds:uri="36a528ad-9b7f-43a7-930e-ee7404d5b59e"/>
    <ds:schemaRef ds:uri="7782f7b1-8364-4447-8e52-525c4c5c626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18BD344-6C98-486A-B4A8-58DE4D7C58C7}">
  <ds:schemaRefs>
    <ds:schemaRef ds:uri="http://schemas.microsoft.com/office/2006/metadata/properties"/>
    <ds:schemaRef ds:uri="36a528ad-9b7f-43a7-930e-ee7404d5b59e"/>
    <ds:schemaRef ds:uri="http://purl.org/dc/elements/1.1/"/>
    <ds:schemaRef ds:uri="http://schemas.openxmlformats.org/package/2006/metadata/core-properties"/>
    <ds:schemaRef ds:uri="http://purl.org/dc/terms/"/>
    <ds:schemaRef ds:uri="http://purl.org/dc/dcmitype/"/>
    <ds:schemaRef ds:uri="http://schemas.microsoft.com/office/infopath/2007/PartnerControls"/>
    <ds:schemaRef ds:uri="http://schemas.microsoft.com/office/2006/documentManagement/types"/>
    <ds:schemaRef ds:uri="7782f7b1-8364-4447-8e52-525c4c5c6261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A21E120-7CDE-4D1D-A3AD-91354EA474C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95965d95-ecc0-4720-b759-1f33c42ed7da}" enabled="1" method="Standard" siteId="{a0f29d7e-28cd-4f54-8442-7885aee7c08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319</TotalTime>
  <Words>162</Words>
  <Application>Microsoft Macintosh PowerPoint</Application>
  <PresentationFormat>On-screen Show (16:9)</PresentationFormat>
  <Paragraphs>39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System Font Regular</vt:lpstr>
      <vt:lpstr>Office Theme</vt:lpstr>
      <vt:lpstr>reV Tutorial #1 Introduction &amp; Concepts</vt:lpstr>
      <vt:lpstr>reV Tutorial #2 Setting Up</vt:lpstr>
      <vt:lpstr>reV Tutorial #3 Building Inputs</vt:lpstr>
      <vt:lpstr>reV Tutorial #4 Generation Modules</vt:lpstr>
      <vt:lpstr>reV Tutorial #5 Pipelines</vt:lpstr>
      <vt:lpstr>reV Tutorial #6 Aggregation Module</vt:lpstr>
      <vt:lpstr>reV Tutorial #7 Supply Curve Modules</vt:lpstr>
      <vt:lpstr>reV Tutorial #8 Representative Profiles</vt:lpstr>
      <vt:lpstr>reV Tutorial #9 Supporting Packages</vt:lpstr>
      <vt:lpstr>reV Tutorial #10 Building Inputs - Advanced</vt:lpstr>
      <vt:lpstr>reV Tutorial #11 Scaling Up</vt:lpstr>
      <vt:lpstr>reV Tutorial #12 Advanced reV Modeling</vt:lpstr>
      <vt:lpstr>reV Tutorial #13 reV in the Cloud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Use this presentation to effectively communicate the lab's impacts and capabilities.</dc:subject>
  <dc:creator>Williams, Travis</dc:creator>
  <cp:keywords/>
  <dc:description/>
  <cp:lastModifiedBy>Williams, Travis</cp:lastModifiedBy>
  <cp:revision>1</cp:revision>
  <cp:lastPrinted>2018-01-04T20:30:58Z</cp:lastPrinted>
  <dcterms:created xsi:type="dcterms:W3CDTF">2026-09-20T15:09:33Z</dcterms:created>
  <dcterms:modified xsi:type="dcterms:W3CDTF">2026-09-20T20:28:39Z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0x0101002F8AD6BD0905FA4F8D7E240DF78D6720</vt:lpwstr>
  </property>
  <property fmtid="{D5CDD505-2E9C-101B-9397-08002B2CF9AE}" pid="3" name="MediaServiceImageTags">
    <vt:lpwstr/>
  </property>
</Properties>
</file>